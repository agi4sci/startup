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age-kicker">
            <a:extLst>
              <a:ext uri="{FF2B5EF4-FFF2-40B4-BE49-F238E27FC236}">
                <a16:creationId xmlns:a16="http://schemas.microsoft.com/office/drawing/2014/main" id="{125CBFAF-159A-4179-889C-6DD931ED8C16}"/>
              </a:ext>
            </a:extLst>
          </p:cNvPr>
          <p:cNvSpPr>
            <a:spLocks noGrp="1"/>
          </p:cNvSpPr>
          <p:nvPr/>
        </p:nvSpPr>
        <p:spPr>
          <a:xfrm>
            <a:off x="419100" y="2476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FRONTIS SCIENCE HORIZON</a:t>
            </a:r>
          </a:p>
        </p:txBody>
      </p:sp>
      <p:sp>
        <p:nvSpPr>
          <p:cNvPr id="2" name="page-title">
            <a:extLst>
              <a:ext uri="{FF2B5EF4-FFF2-40B4-BE49-F238E27FC236}">
                <a16:creationId xmlns:a16="http://schemas.microsoft.com/office/drawing/2014/main" id="{413967BF-1DC1-414F-A3A0-F036977BB094}"/>
              </a:ext>
            </a:extLst>
          </p:cNvPr>
          <p:cNvSpPr>
            <a:spLocks noGrp="1"/>
          </p:cNvSpPr>
          <p:nvPr/>
        </p:nvSpPr>
        <p:spPr>
          <a:xfrm>
            <a:off x="419100" y="5143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0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整体架构图</a:t>
            </a:r>
          </a:p>
        </p:txBody>
      </p:sp>
      <p:sp>
        <p:nvSpPr>
          <p:cNvPr id="3" name="page-subtitle">
            <a:extLst>
              <a:ext uri="{FF2B5EF4-FFF2-40B4-BE49-F238E27FC236}">
                <a16:creationId xmlns:a16="http://schemas.microsoft.com/office/drawing/2014/main" id="{120AEA03-66D3-4694-B19F-F1C88BC21ABD}"/>
              </a:ext>
            </a:extLst>
          </p:cNvPr>
          <p:cNvSpPr>
            <a:spLocks noGrp="1"/>
          </p:cNvSpPr>
          <p:nvPr/>
        </p:nvSpPr>
        <p:spPr>
          <a:xfrm>
            <a:off x="8667750" y="5334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r">
              <a:lnSpc>
                <a:spcPct val="110000"/>
              </a:lnSpc>
              <a:buNone/>
              <a:defRPr sz="13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Science Agent Evolution Infrastructure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F480D60C-3B1C-4D7E-AA58-E5823F6150D1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13538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me-shape">
            <a:extLst>
              <a:ext uri="{FF2B5EF4-FFF2-40B4-BE49-F238E27FC236}">
                <a16:creationId xmlns:a16="http://schemas.microsoft.com/office/drawing/2014/main" id="{6EE26975-DA90-47A7-BD3B-611DE4C6E9AC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me-icon-badge">
            <a:extLst>
              <a:ext uri="{FF2B5EF4-FFF2-40B4-BE49-F238E27FC236}">
                <a16:creationId xmlns:a16="http://schemas.microsoft.com/office/drawing/2014/main" id="{FCAE5911-E6A6-4FFE-941D-7C6EBFB7A306}"/>
              </a:ext>
            </a:extLst>
          </p:cNvPr>
          <p:cNvSpPr>
            <a:spLocks noGrp="1"/>
          </p:cNvSpPr>
          <p:nvPr/>
        </p:nvSpPr>
        <p:spPr>
          <a:xfrm>
            <a:off x="876300" y="1743075"/>
            <a:ext cx="342900" cy="342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me-icon-head">
            <a:extLst>
              <a:ext uri="{FF2B5EF4-FFF2-40B4-BE49-F238E27FC236}">
                <a16:creationId xmlns:a16="http://schemas.microsoft.com/office/drawing/2014/main" id="{129C1898-6D05-4414-92E0-721E3BE358B0}"/>
              </a:ext>
            </a:extLst>
          </p:cNvPr>
          <p:cNvSpPr>
            <a:spLocks noGrp="1"/>
          </p:cNvSpPr>
          <p:nvPr/>
        </p:nvSpPr>
        <p:spPr>
          <a:xfrm>
            <a:off x="1013460" y="1825371"/>
            <a:ext cx="68580" cy="685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me-icon-body">
            <a:extLst>
              <a:ext uri="{FF2B5EF4-FFF2-40B4-BE49-F238E27FC236}">
                <a16:creationId xmlns:a16="http://schemas.microsoft.com/office/drawing/2014/main" id="{79639BBA-7086-4EA4-AC6C-9324A7B1B09A}"/>
              </a:ext>
            </a:extLst>
          </p:cNvPr>
          <p:cNvSpPr>
            <a:spLocks noGrp="1"/>
          </p:cNvSpPr>
          <p:nvPr/>
        </p:nvSpPr>
        <p:spPr>
          <a:xfrm>
            <a:off x="965454" y="1931670"/>
            <a:ext cx="164592" cy="82296"/>
          </a:xfrm>
          <a:prstGeom prst="roundRect">
            <a:avLst>
              <a:gd name="adj" fmla="val 34722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me-title">
            <a:extLst>
              <a:ext uri="{FF2B5EF4-FFF2-40B4-BE49-F238E27FC236}">
                <a16:creationId xmlns:a16="http://schemas.microsoft.com/office/drawing/2014/main" id="{C99884CA-E011-489B-B25F-F96905568C82}"/>
              </a:ext>
            </a:extLst>
          </p:cNvPr>
          <p:cNvSpPr>
            <a:spLocks noGrp="1"/>
          </p:cNvSpPr>
          <p:nvPr/>
        </p:nvSpPr>
        <p:spPr>
          <a:xfrm>
            <a:off x="1333500" y="16097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Scientist ME</a:t>
            </a:r>
          </a:p>
        </p:txBody>
      </p:sp>
      <p:sp>
        <p:nvSpPr>
          <p:cNvPr id="10" name="me-subtitle">
            <a:extLst>
              <a:ext uri="{FF2B5EF4-FFF2-40B4-BE49-F238E27FC236}">
                <a16:creationId xmlns:a16="http://schemas.microsoft.com/office/drawing/2014/main" id="{F92D99E6-5A4C-4EBB-90F3-439109C5415D}"/>
              </a:ext>
            </a:extLst>
          </p:cNvPr>
          <p:cNvSpPr>
            <a:spLocks noGrp="1"/>
          </p:cNvSpPr>
          <p:nvPr/>
        </p:nvSpPr>
        <p:spPr>
          <a:xfrm>
            <a:off x="1333500" y="2009775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目标 · 上下文 · 偏好</a:t>
            </a:r>
          </a:p>
        </p:txBody>
      </p:sp>
      <p:sp>
        <p:nvSpPr>
          <p:cNvPr id="11" name="we-shape">
            <a:extLst>
              <a:ext uri="{FF2B5EF4-FFF2-40B4-BE49-F238E27FC236}">
                <a16:creationId xmlns:a16="http://schemas.microsoft.com/office/drawing/2014/main" id="{BB236611-08F2-466B-BA90-44323BF3BA1B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we-icon-badge">
            <a:extLst>
              <a:ext uri="{FF2B5EF4-FFF2-40B4-BE49-F238E27FC236}">
                <a16:creationId xmlns:a16="http://schemas.microsoft.com/office/drawing/2014/main" id="{B99A9213-0DAE-44C9-9E37-21B314674A36}"/>
              </a:ext>
            </a:extLst>
          </p:cNvPr>
          <p:cNvSpPr>
            <a:spLocks noGrp="1"/>
          </p:cNvSpPr>
          <p:nvPr/>
        </p:nvSpPr>
        <p:spPr>
          <a:xfrm>
            <a:off x="3695700" y="1743075"/>
            <a:ext cx="342900" cy="342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we-icon-a">
            <a:extLst>
              <a:ext uri="{FF2B5EF4-FFF2-40B4-BE49-F238E27FC236}">
                <a16:creationId xmlns:a16="http://schemas.microsoft.com/office/drawing/2014/main" id="{2A2921DE-7C7D-469A-8089-53F05499F2F0}"/>
              </a:ext>
            </a:extLst>
          </p:cNvPr>
          <p:cNvSpPr>
            <a:spLocks noGrp="1"/>
          </p:cNvSpPr>
          <p:nvPr/>
        </p:nvSpPr>
        <p:spPr>
          <a:xfrm>
            <a:off x="3791712" y="1859661"/>
            <a:ext cx="137160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we-icon-b">
            <a:extLst>
              <a:ext uri="{FF2B5EF4-FFF2-40B4-BE49-F238E27FC236}">
                <a16:creationId xmlns:a16="http://schemas.microsoft.com/office/drawing/2014/main" id="{A292C015-FC5C-408A-B1E1-DE1D88A0FDDA}"/>
              </a:ext>
            </a:extLst>
          </p:cNvPr>
          <p:cNvSpPr>
            <a:spLocks noGrp="1"/>
          </p:cNvSpPr>
          <p:nvPr/>
        </p:nvSpPr>
        <p:spPr>
          <a:xfrm>
            <a:off x="3791712" y="1859661"/>
            <a:ext cx="116586" cy="123444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we-icon-c">
            <a:extLst>
              <a:ext uri="{FF2B5EF4-FFF2-40B4-BE49-F238E27FC236}">
                <a16:creationId xmlns:a16="http://schemas.microsoft.com/office/drawing/2014/main" id="{8FCF7E3E-EA00-4C04-B7F0-EF927D588354}"/>
              </a:ext>
            </a:extLst>
          </p:cNvPr>
          <p:cNvSpPr>
            <a:spLocks noGrp="1"/>
          </p:cNvSpPr>
          <p:nvPr/>
        </p:nvSpPr>
        <p:spPr>
          <a:xfrm>
            <a:off x="3928872" y="1832229"/>
            <a:ext cx="0" cy="150876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we-icon-d1">
            <a:extLst>
              <a:ext uri="{FF2B5EF4-FFF2-40B4-BE49-F238E27FC236}">
                <a16:creationId xmlns:a16="http://schemas.microsoft.com/office/drawing/2014/main" id="{33F788A7-462C-46F0-963F-503229D38DE4}"/>
              </a:ext>
            </a:extLst>
          </p:cNvPr>
          <p:cNvSpPr>
            <a:spLocks noGrp="1"/>
          </p:cNvSpPr>
          <p:nvPr/>
        </p:nvSpPr>
        <p:spPr>
          <a:xfrm>
            <a:off x="3771138" y="1839087"/>
            <a:ext cx="41148" cy="41148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we-icon-d2">
            <a:extLst>
              <a:ext uri="{FF2B5EF4-FFF2-40B4-BE49-F238E27FC236}">
                <a16:creationId xmlns:a16="http://schemas.microsoft.com/office/drawing/2014/main" id="{7ADF8BC3-54DD-4F1A-B086-E116C199DBB1}"/>
              </a:ext>
            </a:extLst>
          </p:cNvPr>
          <p:cNvSpPr>
            <a:spLocks noGrp="1"/>
          </p:cNvSpPr>
          <p:nvPr/>
        </p:nvSpPr>
        <p:spPr>
          <a:xfrm>
            <a:off x="3908298" y="1811655"/>
            <a:ext cx="41148" cy="41148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we-icon-d3">
            <a:extLst>
              <a:ext uri="{FF2B5EF4-FFF2-40B4-BE49-F238E27FC236}">
                <a16:creationId xmlns:a16="http://schemas.microsoft.com/office/drawing/2014/main" id="{99B1E985-E37B-4C6E-A6DD-CDA7CE400E63}"/>
              </a:ext>
            </a:extLst>
          </p:cNvPr>
          <p:cNvSpPr>
            <a:spLocks noGrp="1"/>
          </p:cNvSpPr>
          <p:nvPr/>
        </p:nvSpPr>
        <p:spPr>
          <a:xfrm>
            <a:off x="3887724" y="1962531"/>
            <a:ext cx="41148" cy="41148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we-title">
            <a:extLst>
              <a:ext uri="{FF2B5EF4-FFF2-40B4-BE49-F238E27FC236}">
                <a16:creationId xmlns:a16="http://schemas.microsoft.com/office/drawing/2014/main" id="{EEC703B5-6970-45E3-A3BA-95E682FF862E}"/>
              </a:ext>
            </a:extLst>
          </p:cNvPr>
          <p:cNvSpPr>
            <a:spLocks noGrp="1"/>
          </p:cNvSpPr>
          <p:nvPr/>
        </p:nvSpPr>
        <p:spPr>
          <a:xfrm>
            <a:off x="4152900" y="16097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Science WE</a:t>
            </a:r>
          </a:p>
        </p:txBody>
      </p:sp>
      <p:sp>
        <p:nvSpPr>
          <p:cNvPr id="20" name="we-subtitle">
            <a:extLst>
              <a:ext uri="{FF2B5EF4-FFF2-40B4-BE49-F238E27FC236}">
                <a16:creationId xmlns:a16="http://schemas.microsoft.com/office/drawing/2014/main" id="{45C5A907-68F7-4FB2-820F-89BD3054E083}"/>
              </a:ext>
            </a:extLst>
          </p:cNvPr>
          <p:cNvSpPr>
            <a:spLocks noGrp="1"/>
          </p:cNvSpPr>
          <p:nvPr/>
        </p:nvSpPr>
        <p:spPr>
          <a:xfrm>
            <a:off x="4152900" y="2009775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科学专家网络</a:t>
            </a:r>
          </a:p>
        </p:txBody>
      </p:sp>
      <p:sp>
        <p:nvSpPr>
          <p:cNvPr id="21" name="os-shape">
            <a:extLst>
              <a:ext uri="{FF2B5EF4-FFF2-40B4-BE49-F238E27FC236}">
                <a16:creationId xmlns:a16="http://schemas.microsoft.com/office/drawing/2014/main" id="{1437B0E0-B7AF-4B44-BE83-4CDE0D1028B1}"/>
              </a:ext>
            </a:extLst>
          </p:cNvPr>
          <p:cNvSpPr>
            <a:spLocks noGrp="1"/>
          </p:cNvSpPr>
          <p:nvPr/>
        </p:nvSpPr>
        <p:spPr>
          <a:xfrm>
            <a:off x="6381750" y="1504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s-icon-badge">
            <a:extLst>
              <a:ext uri="{FF2B5EF4-FFF2-40B4-BE49-F238E27FC236}">
                <a16:creationId xmlns:a16="http://schemas.microsoft.com/office/drawing/2014/main" id="{2A8F548C-C979-480D-BABE-6799756AB2B6}"/>
              </a:ext>
            </a:extLst>
          </p:cNvPr>
          <p:cNvSpPr>
            <a:spLocks noGrp="1"/>
          </p:cNvSpPr>
          <p:nvPr/>
        </p:nvSpPr>
        <p:spPr>
          <a:xfrm>
            <a:off x="6515100" y="1743075"/>
            <a:ext cx="342900" cy="342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os-icon-s1">
            <a:extLst>
              <a:ext uri="{FF2B5EF4-FFF2-40B4-BE49-F238E27FC236}">
                <a16:creationId xmlns:a16="http://schemas.microsoft.com/office/drawing/2014/main" id="{92015A41-AEAE-42F9-A6FC-AF2733204288}"/>
              </a:ext>
            </a:extLst>
          </p:cNvPr>
          <p:cNvSpPr>
            <a:spLocks noGrp="1"/>
          </p:cNvSpPr>
          <p:nvPr/>
        </p:nvSpPr>
        <p:spPr>
          <a:xfrm>
            <a:off x="6597396" y="1852803"/>
            <a:ext cx="178308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os-icon-s2">
            <a:extLst>
              <a:ext uri="{FF2B5EF4-FFF2-40B4-BE49-F238E27FC236}">
                <a16:creationId xmlns:a16="http://schemas.microsoft.com/office/drawing/2014/main" id="{FA352DA3-014F-4EF8-B3C9-03385CD99A38}"/>
              </a:ext>
            </a:extLst>
          </p:cNvPr>
          <p:cNvSpPr>
            <a:spLocks noGrp="1"/>
          </p:cNvSpPr>
          <p:nvPr/>
        </p:nvSpPr>
        <p:spPr>
          <a:xfrm>
            <a:off x="6597396" y="1914525"/>
            <a:ext cx="178308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os-icon-s3">
            <a:extLst>
              <a:ext uri="{FF2B5EF4-FFF2-40B4-BE49-F238E27FC236}">
                <a16:creationId xmlns:a16="http://schemas.microsoft.com/office/drawing/2014/main" id="{1CEA6BF5-FB6B-4D5F-AE34-2A2921A02801}"/>
              </a:ext>
            </a:extLst>
          </p:cNvPr>
          <p:cNvSpPr>
            <a:spLocks noGrp="1"/>
          </p:cNvSpPr>
          <p:nvPr/>
        </p:nvSpPr>
        <p:spPr>
          <a:xfrm>
            <a:off x="6597396" y="1976247"/>
            <a:ext cx="178308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os-icon-k1">
            <a:extLst>
              <a:ext uri="{FF2B5EF4-FFF2-40B4-BE49-F238E27FC236}">
                <a16:creationId xmlns:a16="http://schemas.microsoft.com/office/drawing/2014/main" id="{48673013-0C69-4B5D-97C9-F8EE47899CBF}"/>
              </a:ext>
            </a:extLst>
          </p:cNvPr>
          <p:cNvSpPr>
            <a:spLocks noGrp="1"/>
          </p:cNvSpPr>
          <p:nvPr/>
        </p:nvSpPr>
        <p:spPr>
          <a:xfrm>
            <a:off x="6662547" y="1828800"/>
            <a:ext cx="48006" cy="4800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os-icon-k2">
            <a:extLst>
              <a:ext uri="{FF2B5EF4-FFF2-40B4-BE49-F238E27FC236}">
                <a16:creationId xmlns:a16="http://schemas.microsoft.com/office/drawing/2014/main" id="{230A55D0-0B19-404E-A109-E60CD38D5FE0}"/>
              </a:ext>
            </a:extLst>
          </p:cNvPr>
          <p:cNvSpPr>
            <a:spLocks noGrp="1"/>
          </p:cNvSpPr>
          <p:nvPr/>
        </p:nvSpPr>
        <p:spPr>
          <a:xfrm>
            <a:off x="6724269" y="1890522"/>
            <a:ext cx="48006" cy="4800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os-icon-k3">
            <a:extLst>
              <a:ext uri="{FF2B5EF4-FFF2-40B4-BE49-F238E27FC236}">
                <a16:creationId xmlns:a16="http://schemas.microsoft.com/office/drawing/2014/main" id="{5663686D-960B-420D-B3F8-5DB878CF15D1}"/>
              </a:ext>
            </a:extLst>
          </p:cNvPr>
          <p:cNvSpPr>
            <a:spLocks noGrp="1"/>
          </p:cNvSpPr>
          <p:nvPr/>
        </p:nvSpPr>
        <p:spPr>
          <a:xfrm>
            <a:off x="6611112" y="1952244"/>
            <a:ext cx="48006" cy="4800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os-title">
            <a:extLst>
              <a:ext uri="{FF2B5EF4-FFF2-40B4-BE49-F238E27FC236}">
                <a16:creationId xmlns:a16="http://schemas.microsoft.com/office/drawing/2014/main" id="{BF5BE239-012A-445F-8A65-BDDEB021A58A}"/>
              </a:ext>
            </a:extLst>
          </p:cNvPr>
          <p:cNvSpPr>
            <a:spLocks noGrp="1"/>
          </p:cNvSpPr>
          <p:nvPr/>
        </p:nvSpPr>
        <p:spPr>
          <a:xfrm>
            <a:off x="6972300" y="16097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Science Agent OS</a:t>
            </a:r>
          </a:p>
        </p:txBody>
      </p:sp>
      <p:sp>
        <p:nvSpPr>
          <p:cNvPr id="30" name="os-subtitle">
            <a:extLst>
              <a:ext uri="{FF2B5EF4-FFF2-40B4-BE49-F238E27FC236}">
                <a16:creationId xmlns:a16="http://schemas.microsoft.com/office/drawing/2014/main" id="{FC187AA6-E9D7-4227-B184-65DEF5654EB8}"/>
              </a:ext>
            </a:extLst>
          </p:cNvPr>
          <p:cNvSpPr>
            <a:spLocks noGrp="1"/>
          </p:cNvSpPr>
          <p:nvPr/>
        </p:nvSpPr>
        <p:spPr>
          <a:xfrm>
            <a:off x="6972300" y="2009775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任务状态机 · 审批 · 工具协议</a:t>
            </a:r>
          </a:p>
        </p:txBody>
      </p:sp>
      <p:sp>
        <p:nvSpPr>
          <p:cNvPr id="31" name="ma-top-shape">
            <a:extLst>
              <a:ext uri="{FF2B5EF4-FFF2-40B4-BE49-F238E27FC236}">
                <a16:creationId xmlns:a16="http://schemas.microsoft.com/office/drawing/2014/main" id="{9DC129E7-BF98-4245-8C2F-A6464A054729}"/>
              </a:ext>
            </a:extLst>
          </p:cNvPr>
          <p:cNvSpPr>
            <a:spLocks noGrp="1"/>
          </p:cNvSpPr>
          <p:nvPr/>
        </p:nvSpPr>
        <p:spPr>
          <a:xfrm>
            <a:off x="9201150" y="1504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3EE"/>
          </a:solidFill>
          <a:ln w="1905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ma-top-icon-badge">
            <a:extLst>
              <a:ext uri="{FF2B5EF4-FFF2-40B4-BE49-F238E27FC236}">
                <a16:creationId xmlns:a16="http://schemas.microsoft.com/office/drawing/2014/main" id="{09473945-A764-499F-AF38-56FFD8B431F9}"/>
              </a:ext>
            </a:extLst>
          </p:cNvPr>
          <p:cNvSpPr>
            <a:spLocks noGrp="1"/>
          </p:cNvSpPr>
          <p:nvPr/>
        </p:nvSpPr>
        <p:spPr>
          <a:xfrm>
            <a:off x="9334500" y="1743075"/>
            <a:ext cx="342900" cy="3429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ma-top-icon-b1">
            <a:extLst>
              <a:ext uri="{FF2B5EF4-FFF2-40B4-BE49-F238E27FC236}">
                <a16:creationId xmlns:a16="http://schemas.microsoft.com/office/drawing/2014/main" id="{5D3C9B4F-B88D-4972-B41F-C002B1BC8252}"/>
              </a:ext>
            </a:extLst>
          </p:cNvPr>
          <p:cNvSpPr>
            <a:spLocks noGrp="1"/>
          </p:cNvSpPr>
          <p:nvPr/>
        </p:nvSpPr>
        <p:spPr>
          <a:xfrm>
            <a:off x="9423654" y="1955673"/>
            <a:ext cx="34290" cy="617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ma-top-icon-b2">
            <a:extLst>
              <a:ext uri="{FF2B5EF4-FFF2-40B4-BE49-F238E27FC236}">
                <a16:creationId xmlns:a16="http://schemas.microsoft.com/office/drawing/2014/main" id="{367FE044-B8E5-4B70-AA0A-E30E75935A76}"/>
              </a:ext>
            </a:extLst>
          </p:cNvPr>
          <p:cNvSpPr>
            <a:spLocks noGrp="1"/>
          </p:cNvSpPr>
          <p:nvPr/>
        </p:nvSpPr>
        <p:spPr>
          <a:xfrm>
            <a:off x="9488805" y="1921383"/>
            <a:ext cx="34290" cy="960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ma-top-icon-b3">
            <a:extLst>
              <a:ext uri="{FF2B5EF4-FFF2-40B4-BE49-F238E27FC236}">
                <a16:creationId xmlns:a16="http://schemas.microsoft.com/office/drawing/2014/main" id="{6C31E7F0-BB79-496D-B0FF-FB63C2B3BA22}"/>
              </a:ext>
            </a:extLst>
          </p:cNvPr>
          <p:cNvSpPr>
            <a:spLocks noGrp="1"/>
          </p:cNvSpPr>
          <p:nvPr/>
        </p:nvSpPr>
        <p:spPr>
          <a:xfrm>
            <a:off x="9553956" y="1873377"/>
            <a:ext cx="34290" cy="1440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ma-top-icon-trend">
            <a:extLst>
              <a:ext uri="{FF2B5EF4-FFF2-40B4-BE49-F238E27FC236}">
                <a16:creationId xmlns:a16="http://schemas.microsoft.com/office/drawing/2014/main" id="{0B5425F6-5B59-4EBC-8496-34236554DFEE}"/>
              </a:ext>
            </a:extLst>
          </p:cNvPr>
          <p:cNvSpPr>
            <a:spLocks noGrp="1"/>
          </p:cNvSpPr>
          <p:nvPr/>
        </p:nvSpPr>
        <p:spPr>
          <a:xfrm>
            <a:off x="9420225" y="1941957"/>
            <a:ext cx="168021" cy="0"/>
          </a:xfrm>
          <a:prstGeom prst="line">
            <a:avLst/>
          </a:prstGeom>
          <a:noFill/>
          <a:ln w="1714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ma-top-title">
            <a:extLst>
              <a:ext uri="{FF2B5EF4-FFF2-40B4-BE49-F238E27FC236}">
                <a16:creationId xmlns:a16="http://schemas.microsoft.com/office/drawing/2014/main" id="{4A5F5C67-68CF-42A0-9967-28ACF5A1F820}"/>
              </a:ext>
            </a:extLst>
          </p:cNvPr>
          <p:cNvSpPr>
            <a:spLocks noGrp="1"/>
          </p:cNvSpPr>
          <p:nvPr/>
        </p:nvSpPr>
        <p:spPr>
          <a:xfrm>
            <a:off x="9791700" y="1609725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A5F2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A5F26"/>
                </a:solidFill>
                <a:latin typeface="PingFang SC"/>
                <a:ea typeface="PingFang SC"/>
                <a:cs typeface="PingFang SC"/>
              </a:rPr>
              <a:t>Scientific MA</a:t>
            </a:r>
          </a:p>
        </p:txBody>
      </p:sp>
      <p:sp>
        <p:nvSpPr>
          <p:cNvPr id="38" name="ma-top-subtitle">
            <a:extLst>
              <a:ext uri="{FF2B5EF4-FFF2-40B4-BE49-F238E27FC236}">
                <a16:creationId xmlns:a16="http://schemas.microsoft.com/office/drawing/2014/main" id="{BC74BCE8-80B4-4F0B-A4EB-43723554EAB1}"/>
              </a:ext>
            </a:extLst>
          </p:cNvPr>
          <p:cNvSpPr>
            <a:spLocks noGrp="1"/>
          </p:cNvSpPr>
          <p:nvPr/>
        </p:nvSpPr>
        <p:spPr>
          <a:xfrm>
            <a:off x="9791700" y="1952625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97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沉淀 · 评价 · 进化</a:t>
            </a:r>
          </a:p>
        </p:txBody>
      </p:sp>
      <p:cxnSp>
        <p:nvCxnSpPr>
          <p:cNvPr id="163" name="直线箭头连接符 162"/>
          <p:cNvCxnSpPr>
            <a:stCxn id="5" idx="3"/>
            <a:endCxn id="11" idx="1"/>
          </p:cNvCxnSpPr>
          <p:nvPr/>
        </p:nvCxnSpPr>
        <p:spPr>
          <a:xfrm>
            <a:off x="2933700" y="1914525"/>
            <a:ext cx="628650" cy="0"/>
          </a:xfrm>
          <a:prstGeom prst="straightConnector1">
            <a:avLst/>
          </a:prstGeom>
          <a:ln w="19050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64" name="直线箭头连接符 163"/>
          <p:cNvCxnSpPr>
            <a:stCxn id="11" idx="3"/>
            <a:endCxn id="21" idx="1"/>
          </p:cNvCxnSpPr>
          <p:nvPr/>
        </p:nvCxnSpPr>
        <p:spPr>
          <a:xfrm>
            <a:off x="5753100" y="1914525"/>
            <a:ext cx="628650" cy="0"/>
          </a:xfrm>
          <a:prstGeom prst="straightConnector1">
            <a:avLst/>
          </a:prstGeom>
          <a:ln w="19050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65" name="直线箭头连接符 164"/>
          <p:cNvCxnSpPr>
            <a:stCxn id="21" idx="3"/>
            <a:endCxn id="31" idx="1"/>
          </p:cNvCxnSpPr>
          <p:nvPr/>
        </p:nvCxnSpPr>
        <p:spPr>
          <a:xfrm>
            <a:off x="8572500" y="1914525"/>
            <a:ext cx="628650" cy="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sp>
        <p:nvSpPr>
          <p:cNvPr id="42" name="ma-core-container">
            <a:extLst>
              <a:ext uri="{FF2B5EF4-FFF2-40B4-BE49-F238E27FC236}">
                <a16:creationId xmlns:a16="http://schemas.microsoft.com/office/drawing/2014/main" id="{41A6D27F-1810-4068-9A19-F67763E78749}"/>
              </a:ext>
            </a:extLst>
          </p:cNvPr>
          <p:cNvSpPr>
            <a:spLocks noGrp="1"/>
          </p:cNvSpPr>
          <p:nvPr/>
        </p:nvSpPr>
        <p:spPr>
          <a:xfrm>
            <a:off x="647700" y="2914650"/>
            <a:ext cx="10858500" cy="1657350"/>
          </a:xfrm>
          <a:prstGeom prst="roundRect">
            <a:avLst>
              <a:gd name="adj" fmla="val 10345"/>
            </a:avLst>
          </a:prstGeom>
          <a:noFill/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ma-core-container-label">
            <a:extLst>
              <a:ext uri="{FF2B5EF4-FFF2-40B4-BE49-F238E27FC236}">
                <a16:creationId xmlns:a16="http://schemas.microsoft.com/office/drawing/2014/main" id="{C025D3F8-39C6-4B3E-9CF8-DBBF0BDE0C13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Scientific MA Core</a:t>
            </a:r>
          </a:p>
        </p:txBody>
      </p:sp>
      <p:sp>
        <p:nvSpPr>
          <p:cNvPr id="44" name="core-0-shape">
            <a:extLst>
              <a:ext uri="{FF2B5EF4-FFF2-40B4-BE49-F238E27FC236}">
                <a16:creationId xmlns:a16="http://schemas.microsoft.com/office/drawing/2014/main" id="{7F38DAF2-A4E2-4997-AF3A-99CCE78C438F}"/>
              </a:ext>
            </a:extLst>
          </p:cNvPr>
          <p:cNvSpPr>
            <a:spLocks noGrp="1"/>
          </p:cNvSpPr>
          <p:nvPr/>
        </p:nvSpPr>
        <p:spPr>
          <a:xfrm>
            <a:off x="914400" y="3314700"/>
            <a:ext cx="1657350" cy="8763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core-0-icon-badge">
            <a:extLst>
              <a:ext uri="{FF2B5EF4-FFF2-40B4-BE49-F238E27FC236}">
                <a16:creationId xmlns:a16="http://schemas.microsoft.com/office/drawing/2014/main" id="{285F5810-0885-45DE-B88F-286B94065C4F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core-0-icon-a">
            <a:extLst>
              <a:ext uri="{FF2B5EF4-FFF2-40B4-BE49-F238E27FC236}">
                <a16:creationId xmlns:a16="http://schemas.microsoft.com/office/drawing/2014/main" id="{245A8CB3-D63B-4530-B197-28683D26C6A4}"/>
              </a:ext>
            </a:extLst>
          </p:cNvPr>
          <p:cNvSpPr>
            <a:spLocks noGrp="1"/>
          </p:cNvSpPr>
          <p:nvPr/>
        </p:nvSpPr>
        <p:spPr>
          <a:xfrm>
            <a:off x="1133094" y="3704082"/>
            <a:ext cx="121920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core-0-icon-b">
            <a:extLst>
              <a:ext uri="{FF2B5EF4-FFF2-40B4-BE49-F238E27FC236}">
                <a16:creationId xmlns:a16="http://schemas.microsoft.com/office/drawing/2014/main" id="{4832DF3D-DCCD-4BF0-95D5-7ED5EEAC36F4}"/>
              </a:ext>
            </a:extLst>
          </p:cNvPr>
          <p:cNvSpPr>
            <a:spLocks noGrp="1"/>
          </p:cNvSpPr>
          <p:nvPr/>
        </p:nvSpPr>
        <p:spPr>
          <a:xfrm>
            <a:off x="1133094" y="3704082"/>
            <a:ext cx="103632" cy="109728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core-0-icon-c">
            <a:extLst>
              <a:ext uri="{FF2B5EF4-FFF2-40B4-BE49-F238E27FC236}">
                <a16:creationId xmlns:a16="http://schemas.microsoft.com/office/drawing/2014/main" id="{E709C186-B6E2-4D7C-88DC-310B911412DD}"/>
              </a:ext>
            </a:extLst>
          </p:cNvPr>
          <p:cNvSpPr>
            <a:spLocks noGrp="1"/>
          </p:cNvSpPr>
          <p:nvPr/>
        </p:nvSpPr>
        <p:spPr>
          <a:xfrm>
            <a:off x="1255014" y="3679698"/>
            <a:ext cx="0" cy="134112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core-0-icon-d1">
            <a:extLst>
              <a:ext uri="{FF2B5EF4-FFF2-40B4-BE49-F238E27FC236}">
                <a16:creationId xmlns:a16="http://schemas.microsoft.com/office/drawing/2014/main" id="{7F8674C0-B345-45E1-AC80-8FA4CA969A08}"/>
              </a:ext>
            </a:extLst>
          </p:cNvPr>
          <p:cNvSpPr>
            <a:spLocks noGrp="1"/>
          </p:cNvSpPr>
          <p:nvPr/>
        </p:nvSpPr>
        <p:spPr>
          <a:xfrm>
            <a:off x="1114806" y="3685794"/>
            <a:ext cx="36576" cy="3657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core-0-icon-d2">
            <a:extLst>
              <a:ext uri="{FF2B5EF4-FFF2-40B4-BE49-F238E27FC236}">
                <a16:creationId xmlns:a16="http://schemas.microsoft.com/office/drawing/2014/main" id="{AA006BB0-5F8C-413D-B3A8-FA61DA4DC2A2}"/>
              </a:ext>
            </a:extLst>
          </p:cNvPr>
          <p:cNvSpPr>
            <a:spLocks noGrp="1"/>
          </p:cNvSpPr>
          <p:nvPr/>
        </p:nvSpPr>
        <p:spPr>
          <a:xfrm>
            <a:off x="1236726" y="3661410"/>
            <a:ext cx="36576" cy="3657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core-0-icon-d3">
            <a:extLst>
              <a:ext uri="{FF2B5EF4-FFF2-40B4-BE49-F238E27FC236}">
                <a16:creationId xmlns:a16="http://schemas.microsoft.com/office/drawing/2014/main" id="{C21CFF68-CF3A-4E6D-9A0E-9260E33FB8FC}"/>
              </a:ext>
            </a:extLst>
          </p:cNvPr>
          <p:cNvSpPr>
            <a:spLocks noGrp="1"/>
          </p:cNvSpPr>
          <p:nvPr/>
        </p:nvSpPr>
        <p:spPr>
          <a:xfrm>
            <a:off x="1218438" y="3795522"/>
            <a:ext cx="36576" cy="3657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core-0-title">
            <a:extLst>
              <a:ext uri="{FF2B5EF4-FFF2-40B4-BE49-F238E27FC236}">
                <a16:creationId xmlns:a16="http://schemas.microsoft.com/office/drawing/2014/main" id="{DBBA8619-EFBF-4AD6-A1D7-782A51674FAD}"/>
              </a:ext>
            </a:extLst>
          </p:cNvPr>
          <p:cNvSpPr>
            <a:spLocks noGrp="1"/>
          </p:cNvSpPr>
          <p:nvPr/>
        </p:nvSpPr>
        <p:spPr>
          <a:xfrm>
            <a:off x="1466850" y="3419475"/>
            <a:ext cx="97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Resource Graph</a:t>
            </a:r>
          </a:p>
        </p:txBody>
      </p:sp>
      <p:sp>
        <p:nvSpPr>
          <p:cNvPr id="53" name="core-0-subtitle">
            <a:extLst>
              <a:ext uri="{FF2B5EF4-FFF2-40B4-BE49-F238E27FC236}">
                <a16:creationId xmlns:a16="http://schemas.microsoft.com/office/drawing/2014/main" id="{74E59B2C-D78F-4BE5-ADB7-DD89C3D77332}"/>
              </a:ext>
            </a:extLst>
          </p:cNvPr>
          <p:cNvSpPr>
            <a:spLocks noGrp="1"/>
          </p:cNvSpPr>
          <p:nvPr/>
        </p:nvSpPr>
        <p:spPr>
          <a:xfrm>
            <a:off x="1466850" y="3857625"/>
            <a:ext cx="971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资源卡片</a:t>
            </a:r>
          </a:p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工具地图</a:t>
            </a:r>
          </a:p>
        </p:txBody>
      </p:sp>
      <p:sp>
        <p:nvSpPr>
          <p:cNvPr id="54" name="core-1-shape">
            <a:extLst>
              <a:ext uri="{FF2B5EF4-FFF2-40B4-BE49-F238E27FC236}">
                <a16:creationId xmlns:a16="http://schemas.microsoft.com/office/drawing/2014/main" id="{C6BC03AD-144A-44BC-8B53-18916D533A22}"/>
              </a:ext>
            </a:extLst>
          </p:cNvPr>
          <p:cNvSpPr>
            <a:spLocks noGrp="1"/>
          </p:cNvSpPr>
          <p:nvPr/>
        </p:nvSpPr>
        <p:spPr>
          <a:xfrm>
            <a:off x="2971800" y="3314700"/>
            <a:ext cx="1657350" cy="876300"/>
          </a:xfrm>
          <a:prstGeom prst="roundRect">
            <a:avLst>
              <a:gd name="adj" fmla="val 13043"/>
            </a:avLst>
          </a:prstGeom>
          <a:solidFill>
            <a:srgbClr val="E9FBFD"/>
          </a:solidFill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core-1-icon-badge">
            <a:extLst>
              <a:ext uri="{FF2B5EF4-FFF2-40B4-BE49-F238E27FC236}">
                <a16:creationId xmlns:a16="http://schemas.microsoft.com/office/drawing/2014/main" id="{70C19761-4314-4EA4-9493-3DC4B46CCBF6}"/>
              </a:ext>
            </a:extLst>
          </p:cNvPr>
          <p:cNvSpPr>
            <a:spLocks noGrp="1"/>
          </p:cNvSpPr>
          <p:nvPr/>
        </p:nvSpPr>
        <p:spPr>
          <a:xfrm>
            <a:off x="3105150" y="36004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core-1-icon-m1">
            <a:extLst>
              <a:ext uri="{FF2B5EF4-FFF2-40B4-BE49-F238E27FC236}">
                <a16:creationId xmlns:a16="http://schemas.microsoft.com/office/drawing/2014/main" id="{FA6762EF-5925-4E63-86C7-B72BAAE4787E}"/>
              </a:ext>
            </a:extLst>
          </p:cNvPr>
          <p:cNvSpPr>
            <a:spLocks noGrp="1"/>
          </p:cNvSpPr>
          <p:nvPr/>
        </p:nvSpPr>
        <p:spPr>
          <a:xfrm>
            <a:off x="3178302" y="3691890"/>
            <a:ext cx="158496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core-1-icon-m2">
            <a:extLst>
              <a:ext uri="{FF2B5EF4-FFF2-40B4-BE49-F238E27FC236}">
                <a16:creationId xmlns:a16="http://schemas.microsoft.com/office/drawing/2014/main" id="{E321F709-8FD6-4B2A-86DD-49334281F7CC}"/>
              </a:ext>
            </a:extLst>
          </p:cNvPr>
          <p:cNvSpPr>
            <a:spLocks noGrp="1"/>
          </p:cNvSpPr>
          <p:nvPr/>
        </p:nvSpPr>
        <p:spPr>
          <a:xfrm>
            <a:off x="3178302" y="3746754"/>
            <a:ext cx="158496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core-1-icon-m3">
            <a:extLst>
              <a:ext uri="{FF2B5EF4-FFF2-40B4-BE49-F238E27FC236}">
                <a16:creationId xmlns:a16="http://schemas.microsoft.com/office/drawing/2014/main" id="{7516D4D8-80A2-4E78-B575-B1AB0CE500D3}"/>
              </a:ext>
            </a:extLst>
          </p:cNvPr>
          <p:cNvSpPr>
            <a:spLocks noGrp="1"/>
          </p:cNvSpPr>
          <p:nvPr/>
        </p:nvSpPr>
        <p:spPr>
          <a:xfrm>
            <a:off x="3178302" y="3801618"/>
            <a:ext cx="158496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core-1-title">
            <a:extLst>
              <a:ext uri="{FF2B5EF4-FFF2-40B4-BE49-F238E27FC236}">
                <a16:creationId xmlns:a16="http://schemas.microsoft.com/office/drawing/2014/main" id="{08E5539C-A4D2-44A9-BF9A-F342A710DFFD}"/>
              </a:ext>
            </a:extLst>
          </p:cNvPr>
          <p:cNvSpPr>
            <a:spLocks noGrp="1"/>
          </p:cNvSpPr>
          <p:nvPr/>
        </p:nvSpPr>
        <p:spPr>
          <a:xfrm>
            <a:off x="3524250" y="3419475"/>
            <a:ext cx="97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Scientific Memory</a:t>
            </a:r>
          </a:p>
        </p:txBody>
      </p:sp>
      <p:sp>
        <p:nvSpPr>
          <p:cNvPr id="60" name="core-1-subtitle">
            <a:extLst>
              <a:ext uri="{FF2B5EF4-FFF2-40B4-BE49-F238E27FC236}">
                <a16:creationId xmlns:a16="http://schemas.microsoft.com/office/drawing/2014/main" id="{6424B9F8-5A04-46E9-88DE-3B3B7530F4CA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971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状态图</a:t>
            </a:r>
          </a:p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证据链</a:t>
            </a:r>
          </a:p>
        </p:txBody>
      </p:sp>
      <p:sp>
        <p:nvSpPr>
          <p:cNvPr id="61" name="core-2-shape">
            <a:extLst>
              <a:ext uri="{FF2B5EF4-FFF2-40B4-BE49-F238E27FC236}">
                <a16:creationId xmlns:a16="http://schemas.microsoft.com/office/drawing/2014/main" id="{25F9035B-E6A4-45AB-8C5E-21822F6558AD}"/>
              </a:ext>
            </a:extLst>
          </p:cNvPr>
          <p:cNvSpPr>
            <a:spLocks noGrp="1"/>
          </p:cNvSpPr>
          <p:nvPr/>
        </p:nvSpPr>
        <p:spPr>
          <a:xfrm>
            <a:off x="5029200" y="3314700"/>
            <a:ext cx="1657350" cy="8763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core-2-icon-badge">
            <a:extLst>
              <a:ext uri="{FF2B5EF4-FFF2-40B4-BE49-F238E27FC236}">
                <a16:creationId xmlns:a16="http://schemas.microsoft.com/office/drawing/2014/main" id="{BBB7D7A3-9771-45A1-8B89-CA615DA06574}"/>
              </a:ext>
            </a:extLst>
          </p:cNvPr>
          <p:cNvSpPr>
            <a:spLocks noGrp="1"/>
          </p:cNvSpPr>
          <p:nvPr/>
        </p:nvSpPr>
        <p:spPr>
          <a:xfrm>
            <a:off x="5162550" y="36004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core-2-icon-t1">
            <a:extLst>
              <a:ext uri="{FF2B5EF4-FFF2-40B4-BE49-F238E27FC236}">
                <a16:creationId xmlns:a16="http://schemas.microsoft.com/office/drawing/2014/main" id="{039EF0AE-ECAB-47C0-AFE4-A7271FDA36A7}"/>
              </a:ext>
            </a:extLst>
          </p:cNvPr>
          <p:cNvSpPr>
            <a:spLocks noGrp="1"/>
          </p:cNvSpPr>
          <p:nvPr/>
        </p:nvSpPr>
        <p:spPr>
          <a:xfrm>
            <a:off x="5226558" y="3792474"/>
            <a:ext cx="30480" cy="304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core-2-icon-t2">
            <a:extLst>
              <a:ext uri="{FF2B5EF4-FFF2-40B4-BE49-F238E27FC236}">
                <a16:creationId xmlns:a16="http://schemas.microsoft.com/office/drawing/2014/main" id="{60A0E104-ADEC-4904-8922-19F5CBBD8DC5}"/>
              </a:ext>
            </a:extLst>
          </p:cNvPr>
          <p:cNvSpPr>
            <a:spLocks noGrp="1"/>
          </p:cNvSpPr>
          <p:nvPr/>
        </p:nvSpPr>
        <p:spPr>
          <a:xfrm>
            <a:off x="5281422" y="3707130"/>
            <a:ext cx="30480" cy="304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core-2-icon-t3">
            <a:extLst>
              <a:ext uri="{FF2B5EF4-FFF2-40B4-BE49-F238E27FC236}">
                <a16:creationId xmlns:a16="http://schemas.microsoft.com/office/drawing/2014/main" id="{B18885B8-B79A-46B1-A975-126289A300BD}"/>
              </a:ext>
            </a:extLst>
          </p:cNvPr>
          <p:cNvSpPr>
            <a:spLocks noGrp="1"/>
          </p:cNvSpPr>
          <p:nvPr/>
        </p:nvSpPr>
        <p:spPr>
          <a:xfrm>
            <a:off x="5366766" y="3768090"/>
            <a:ext cx="30480" cy="304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core-2-icon-t12">
            <a:extLst>
              <a:ext uri="{FF2B5EF4-FFF2-40B4-BE49-F238E27FC236}">
                <a16:creationId xmlns:a16="http://schemas.microsoft.com/office/drawing/2014/main" id="{A7907F85-CCF4-4D52-B4FB-78783F541209}"/>
              </a:ext>
            </a:extLst>
          </p:cNvPr>
          <p:cNvSpPr>
            <a:spLocks noGrp="1"/>
          </p:cNvSpPr>
          <p:nvPr/>
        </p:nvSpPr>
        <p:spPr>
          <a:xfrm>
            <a:off x="5253990" y="3795522"/>
            <a:ext cx="33528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core-2-icon-t23">
            <a:extLst>
              <a:ext uri="{FF2B5EF4-FFF2-40B4-BE49-F238E27FC236}">
                <a16:creationId xmlns:a16="http://schemas.microsoft.com/office/drawing/2014/main" id="{1AD9CBB1-3097-4251-9C76-F8284C339BA2}"/>
              </a:ext>
            </a:extLst>
          </p:cNvPr>
          <p:cNvSpPr>
            <a:spLocks noGrp="1"/>
          </p:cNvSpPr>
          <p:nvPr/>
        </p:nvSpPr>
        <p:spPr>
          <a:xfrm>
            <a:off x="5308854" y="3731514"/>
            <a:ext cx="60960" cy="42672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core-2-title">
            <a:extLst>
              <a:ext uri="{FF2B5EF4-FFF2-40B4-BE49-F238E27FC236}">
                <a16:creationId xmlns:a16="http://schemas.microsoft.com/office/drawing/2014/main" id="{A5320705-0F4A-4787-B3A2-3E6797537347}"/>
              </a:ext>
            </a:extLst>
          </p:cNvPr>
          <p:cNvSpPr>
            <a:spLocks noGrp="1"/>
          </p:cNvSpPr>
          <p:nvPr/>
        </p:nvSpPr>
        <p:spPr>
          <a:xfrm>
            <a:off x="5581650" y="3419475"/>
            <a:ext cx="97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Trajectory Compiler</a:t>
            </a:r>
          </a:p>
        </p:txBody>
      </p:sp>
      <p:sp>
        <p:nvSpPr>
          <p:cNvPr id="69" name="core-2-subtitle">
            <a:extLst>
              <a:ext uri="{FF2B5EF4-FFF2-40B4-BE49-F238E27FC236}">
                <a16:creationId xmlns:a16="http://schemas.microsoft.com/office/drawing/2014/main" id="{7210A1DB-2235-4D86-B7C3-80E778AAE9CE}"/>
              </a:ext>
            </a:extLst>
          </p:cNvPr>
          <p:cNvSpPr>
            <a:spLocks noGrp="1"/>
          </p:cNvSpPr>
          <p:nvPr/>
        </p:nvSpPr>
        <p:spPr>
          <a:xfrm>
            <a:off x="5581650" y="3857625"/>
            <a:ext cx="971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Episode</a:t>
            </a:r>
          </a:p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Transition</a:t>
            </a:r>
          </a:p>
        </p:txBody>
      </p:sp>
      <p:sp>
        <p:nvSpPr>
          <p:cNvPr id="70" name="core-3-shape">
            <a:extLst>
              <a:ext uri="{FF2B5EF4-FFF2-40B4-BE49-F238E27FC236}">
                <a16:creationId xmlns:a16="http://schemas.microsoft.com/office/drawing/2014/main" id="{9D041B5B-19D7-4B14-B7A1-673BCC78C4CB}"/>
              </a:ext>
            </a:extLst>
          </p:cNvPr>
          <p:cNvSpPr>
            <a:spLocks noGrp="1"/>
          </p:cNvSpPr>
          <p:nvPr/>
        </p:nvSpPr>
        <p:spPr>
          <a:xfrm>
            <a:off x="7086600" y="3314700"/>
            <a:ext cx="1657350" cy="876300"/>
          </a:xfrm>
          <a:prstGeom prst="roundRect">
            <a:avLst>
              <a:gd name="adj" fmla="val 13043"/>
            </a:avLst>
          </a:prstGeom>
          <a:solidFill>
            <a:srgbClr val="FFF3EE"/>
          </a:solidFill>
          <a:ln w="1905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core-3-icon-badge">
            <a:extLst>
              <a:ext uri="{FF2B5EF4-FFF2-40B4-BE49-F238E27FC236}">
                <a16:creationId xmlns:a16="http://schemas.microsoft.com/office/drawing/2014/main" id="{D68A59BF-F05D-4C45-8F6B-18065DD9F3F8}"/>
              </a:ext>
            </a:extLst>
          </p:cNvPr>
          <p:cNvSpPr>
            <a:spLocks noGrp="1"/>
          </p:cNvSpPr>
          <p:nvPr/>
        </p:nvSpPr>
        <p:spPr>
          <a:xfrm>
            <a:off x="7219950" y="36004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core-3-icon-star">
            <a:extLst>
              <a:ext uri="{FF2B5EF4-FFF2-40B4-BE49-F238E27FC236}">
                <a16:creationId xmlns:a16="http://schemas.microsoft.com/office/drawing/2014/main" id="{BC9AF711-5643-469E-8705-E3394371040A}"/>
              </a:ext>
            </a:extLst>
          </p:cNvPr>
          <p:cNvSpPr>
            <a:spLocks noGrp="1"/>
          </p:cNvSpPr>
          <p:nvPr/>
        </p:nvSpPr>
        <p:spPr>
          <a:xfrm>
            <a:off x="7317486" y="3679698"/>
            <a:ext cx="109728" cy="109728"/>
          </a:xfrm>
          <a:prstGeom prst="star5">
            <a:avLst/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core-3-icon-stem">
            <a:extLst>
              <a:ext uri="{FF2B5EF4-FFF2-40B4-BE49-F238E27FC236}">
                <a16:creationId xmlns:a16="http://schemas.microsoft.com/office/drawing/2014/main" id="{A2BFBD35-404F-4255-80CA-F4386AECE27B}"/>
              </a:ext>
            </a:extLst>
          </p:cNvPr>
          <p:cNvSpPr>
            <a:spLocks noGrp="1"/>
          </p:cNvSpPr>
          <p:nvPr/>
        </p:nvSpPr>
        <p:spPr>
          <a:xfrm>
            <a:off x="7372350" y="3789426"/>
            <a:ext cx="0" cy="48768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core-3-icon-base">
            <a:extLst>
              <a:ext uri="{FF2B5EF4-FFF2-40B4-BE49-F238E27FC236}">
                <a16:creationId xmlns:a16="http://schemas.microsoft.com/office/drawing/2014/main" id="{4DE7649F-D25C-418F-95D1-DBEA8738702A}"/>
              </a:ext>
            </a:extLst>
          </p:cNvPr>
          <p:cNvSpPr>
            <a:spLocks noGrp="1"/>
          </p:cNvSpPr>
          <p:nvPr/>
        </p:nvSpPr>
        <p:spPr>
          <a:xfrm>
            <a:off x="7329678" y="3838194"/>
            <a:ext cx="85344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core-3-title">
            <a:extLst>
              <a:ext uri="{FF2B5EF4-FFF2-40B4-BE49-F238E27FC236}">
                <a16:creationId xmlns:a16="http://schemas.microsoft.com/office/drawing/2014/main" id="{113FA80B-08B8-4151-ACD5-2DAE498D3DF2}"/>
              </a:ext>
            </a:extLst>
          </p:cNvPr>
          <p:cNvSpPr>
            <a:spLocks noGrp="1"/>
          </p:cNvSpPr>
          <p:nvPr/>
        </p:nvSpPr>
        <p:spPr>
          <a:xfrm>
            <a:off x="7639050" y="3419475"/>
            <a:ext cx="97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Reward Ledger</a:t>
            </a:r>
          </a:p>
        </p:txBody>
      </p:sp>
      <p:sp>
        <p:nvSpPr>
          <p:cNvPr id="76" name="core-3-subtitle">
            <a:extLst>
              <a:ext uri="{FF2B5EF4-FFF2-40B4-BE49-F238E27FC236}">
                <a16:creationId xmlns:a16="http://schemas.microsoft.com/office/drawing/2014/main" id="{6301A517-09B7-428C-A537-C4F25D16456B}"/>
              </a:ext>
            </a:extLst>
          </p:cNvPr>
          <p:cNvSpPr>
            <a:spLocks noGrp="1"/>
          </p:cNvSpPr>
          <p:nvPr/>
        </p:nvSpPr>
        <p:spPr>
          <a:xfrm>
            <a:off x="7639050" y="3857625"/>
            <a:ext cx="971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Verifier</a:t>
            </a:r>
          </a:p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Wet reward</a:t>
            </a:r>
          </a:p>
        </p:txBody>
      </p:sp>
      <p:sp>
        <p:nvSpPr>
          <p:cNvPr id="77" name="core-4-shape">
            <a:extLst>
              <a:ext uri="{FF2B5EF4-FFF2-40B4-BE49-F238E27FC236}">
                <a16:creationId xmlns:a16="http://schemas.microsoft.com/office/drawing/2014/main" id="{72A73112-4404-46E9-AE91-F44C8DE77AEB}"/>
              </a:ext>
            </a:extLst>
          </p:cNvPr>
          <p:cNvSpPr>
            <a:spLocks noGrp="1"/>
          </p:cNvSpPr>
          <p:nvPr/>
        </p:nvSpPr>
        <p:spPr>
          <a:xfrm>
            <a:off x="9144000" y="3314700"/>
            <a:ext cx="1657350" cy="8763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core-4-icon-badge">
            <a:extLst>
              <a:ext uri="{FF2B5EF4-FFF2-40B4-BE49-F238E27FC236}">
                <a16:creationId xmlns:a16="http://schemas.microsoft.com/office/drawing/2014/main" id="{17D3609F-D1BE-4E92-950A-24211A51A080}"/>
              </a:ext>
            </a:extLst>
          </p:cNvPr>
          <p:cNvSpPr>
            <a:spLocks noGrp="1"/>
          </p:cNvSpPr>
          <p:nvPr/>
        </p:nvSpPr>
        <p:spPr>
          <a:xfrm>
            <a:off x="9277350" y="36004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core-4-icon-b1">
            <a:extLst>
              <a:ext uri="{FF2B5EF4-FFF2-40B4-BE49-F238E27FC236}">
                <a16:creationId xmlns:a16="http://schemas.microsoft.com/office/drawing/2014/main" id="{510BAB77-C736-45B2-B2AF-130382CB1C66}"/>
              </a:ext>
            </a:extLst>
          </p:cNvPr>
          <p:cNvSpPr>
            <a:spLocks noGrp="1"/>
          </p:cNvSpPr>
          <p:nvPr/>
        </p:nvSpPr>
        <p:spPr>
          <a:xfrm>
            <a:off x="9356598" y="3789426"/>
            <a:ext cx="3048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core-4-icon-b2">
            <a:extLst>
              <a:ext uri="{FF2B5EF4-FFF2-40B4-BE49-F238E27FC236}">
                <a16:creationId xmlns:a16="http://schemas.microsoft.com/office/drawing/2014/main" id="{CD05F4B8-B75D-4238-9E70-B17B91255646}"/>
              </a:ext>
            </a:extLst>
          </p:cNvPr>
          <p:cNvSpPr>
            <a:spLocks noGrp="1"/>
          </p:cNvSpPr>
          <p:nvPr/>
        </p:nvSpPr>
        <p:spPr>
          <a:xfrm>
            <a:off x="9414510" y="3758946"/>
            <a:ext cx="30480" cy="853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core-4-icon-b3">
            <a:extLst>
              <a:ext uri="{FF2B5EF4-FFF2-40B4-BE49-F238E27FC236}">
                <a16:creationId xmlns:a16="http://schemas.microsoft.com/office/drawing/2014/main" id="{79BD182E-ADA9-49DF-97C3-AEE4AC010CF4}"/>
              </a:ext>
            </a:extLst>
          </p:cNvPr>
          <p:cNvSpPr>
            <a:spLocks noGrp="1"/>
          </p:cNvSpPr>
          <p:nvPr/>
        </p:nvSpPr>
        <p:spPr>
          <a:xfrm>
            <a:off x="9472422" y="3716274"/>
            <a:ext cx="304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core-4-icon-trend">
            <a:extLst>
              <a:ext uri="{FF2B5EF4-FFF2-40B4-BE49-F238E27FC236}">
                <a16:creationId xmlns:a16="http://schemas.microsoft.com/office/drawing/2014/main" id="{15AD5E34-E3F0-4B31-81DB-E874B11B1DF2}"/>
              </a:ext>
            </a:extLst>
          </p:cNvPr>
          <p:cNvSpPr>
            <a:spLocks noGrp="1"/>
          </p:cNvSpPr>
          <p:nvPr/>
        </p:nvSpPr>
        <p:spPr>
          <a:xfrm>
            <a:off x="9353550" y="3777234"/>
            <a:ext cx="149352" cy="0"/>
          </a:xfrm>
          <a:prstGeom prst="line">
            <a:avLst/>
          </a:prstGeom>
          <a:noFill/>
          <a:ln w="1714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core-4-title">
            <a:extLst>
              <a:ext uri="{FF2B5EF4-FFF2-40B4-BE49-F238E27FC236}">
                <a16:creationId xmlns:a16="http://schemas.microsoft.com/office/drawing/2014/main" id="{53E6B1F0-768C-431C-AA41-07E8A6E3A868}"/>
              </a:ext>
            </a:extLst>
          </p:cNvPr>
          <p:cNvSpPr>
            <a:spLocks noGrp="1"/>
          </p:cNvSpPr>
          <p:nvPr/>
        </p:nvSpPr>
        <p:spPr>
          <a:xfrm>
            <a:off x="9696450" y="3419475"/>
            <a:ext cx="971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Agent Training</a:t>
            </a:r>
          </a:p>
        </p:txBody>
      </p:sp>
      <p:sp>
        <p:nvSpPr>
          <p:cNvPr id="84" name="core-4-subtitle">
            <a:extLst>
              <a:ext uri="{FF2B5EF4-FFF2-40B4-BE49-F238E27FC236}">
                <a16:creationId xmlns:a16="http://schemas.microsoft.com/office/drawing/2014/main" id="{60495328-A44C-4C95-841E-306FDC71F002}"/>
              </a:ext>
            </a:extLst>
          </p:cNvPr>
          <p:cNvSpPr>
            <a:spLocks noGrp="1"/>
          </p:cNvSpPr>
          <p:nvPr/>
        </p:nvSpPr>
        <p:spPr>
          <a:xfrm>
            <a:off x="9696450" y="3857625"/>
            <a:ext cx="971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SFT / Pref</a:t>
            </a:r>
          </a:p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Offline RL</a:t>
            </a:r>
          </a:p>
        </p:txBody>
      </p:sp>
      <p:cxnSp>
        <p:nvCxnSpPr>
          <p:cNvPr id="209" name="直线箭头连接符 208"/>
          <p:cNvCxnSpPr>
            <a:stCxn id="44" idx="3"/>
            <a:endCxn id="54" idx="1"/>
          </p:cNvCxnSpPr>
          <p:nvPr/>
        </p:nvCxnSpPr>
        <p:spPr>
          <a:xfrm>
            <a:off x="2571750" y="3752850"/>
            <a:ext cx="4000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210" name="直线箭头连接符 209"/>
          <p:cNvCxnSpPr>
            <a:stCxn id="54" idx="3"/>
            <a:endCxn id="61" idx="1"/>
          </p:cNvCxnSpPr>
          <p:nvPr/>
        </p:nvCxnSpPr>
        <p:spPr>
          <a:xfrm>
            <a:off x="4629150" y="3752850"/>
            <a:ext cx="4000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211" name="直线箭头连接符 210"/>
          <p:cNvCxnSpPr>
            <a:stCxn id="61" idx="3"/>
            <a:endCxn id="70" idx="1"/>
          </p:cNvCxnSpPr>
          <p:nvPr/>
        </p:nvCxnSpPr>
        <p:spPr>
          <a:xfrm>
            <a:off x="6686550" y="3752850"/>
            <a:ext cx="400050" cy="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cxnSp>
        <p:nvCxnSpPr>
          <p:cNvPr id="212" name="直线箭头连接符 211"/>
          <p:cNvCxnSpPr>
            <a:stCxn id="70" idx="3"/>
            <a:endCxn id="77" idx="1"/>
          </p:cNvCxnSpPr>
          <p:nvPr/>
        </p:nvCxnSpPr>
        <p:spPr>
          <a:xfrm>
            <a:off x="8743950" y="3752850"/>
            <a:ext cx="400050" cy="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cxnSp>
        <p:nvCxnSpPr>
          <p:cNvPr id="213" name="肘形连接符 212"/>
          <p:cNvCxnSpPr>
            <a:stCxn id="77" idx="0"/>
            <a:endCxn id="31" idx="2"/>
          </p:cNvCxnSpPr>
          <p:nvPr/>
        </p:nvCxnSpPr>
        <p:spPr>
          <a:xfrm flipV="1">
            <a:off x="9972675" y="2324100"/>
            <a:ext cx="323850" cy="9906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sp>
        <p:nvSpPr>
          <p:cNvPr id="90" name="feedback-container">
            <a:extLst>
              <a:ext uri="{FF2B5EF4-FFF2-40B4-BE49-F238E27FC236}">
                <a16:creationId xmlns:a16="http://schemas.microsoft.com/office/drawing/2014/main" id="{22BA44D0-B05D-436E-B8D1-FC5840E90DAB}"/>
              </a:ext>
            </a:extLst>
          </p:cNvPr>
          <p:cNvSpPr>
            <a:spLocks noGrp="1"/>
          </p:cNvSpPr>
          <p:nvPr/>
        </p:nvSpPr>
        <p:spPr>
          <a:xfrm>
            <a:off x="647700" y="5067300"/>
            <a:ext cx="10858500" cy="933450"/>
          </a:xfrm>
          <a:prstGeom prst="roundRect">
            <a:avLst>
              <a:gd name="adj" fmla="val 18367"/>
            </a:avLst>
          </a:prstGeom>
          <a:noFill/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feedback-container-label">
            <a:extLst>
              <a:ext uri="{FF2B5EF4-FFF2-40B4-BE49-F238E27FC236}">
                <a16:creationId xmlns:a16="http://schemas.microsoft.com/office/drawing/2014/main" id="{A13B756F-EE9D-4874-A613-CDAAF6794361}"/>
              </a:ext>
            </a:extLst>
          </p:cNvPr>
          <p:cNvSpPr>
            <a:spLocks noGrp="1"/>
          </p:cNvSpPr>
          <p:nvPr/>
        </p:nvSpPr>
        <p:spPr>
          <a:xfrm>
            <a:off x="819150" y="49434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Vertical Feedback Layer</a:t>
            </a:r>
          </a:p>
        </p:txBody>
      </p:sp>
      <p:sp>
        <p:nvSpPr>
          <p:cNvPr id="92" name="protein-shape">
            <a:extLst>
              <a:ext uri="{FF2B5EF4-FFF2-40B4-BE49-F238E27FC236}">
                <a16:creationId xmlns:a16="http://schemas.microsoft.com/office/drawing/2014/main" id="{BB5FA14A-846D-416D-BAEF-6A1F66134B07}"/>
              </a:ext>
            </a:extLst>
          </p:cNvPr>
          <p:cNvSpPr>
            <a:spLocks noGrp="1"/>
          </p:cNvSpPr>
          <p:nvPr/>
        </p:nvSpPr>
        <p:spPr>
          <a:xfrm>
            <a:off x="1066800" y="5353050"/>
            <a:ext cx="4476750" cy="457200"/>
          </a:xfrm>
          <a:prstGeom prst="roundRect">
            <a:avLst>
              <a:gd name="adj" fmla="val 25000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protein-icon-badge">
            <a:extLst>
              <a:ext uri="{FF2B5EF4-FFF2-40B4-BE49-F238E27FC236}">
                <a16:creationId xmlns:a16="http://schemas.microsoft.com/office/drawing/2014/main" id="{A51E92D5-976E-42B6-A603-52FA2DD07BE3}"/>
              </a:ext>
            </a:extLst>
          </p:cNvPr>
          <p:cNvSpPr>
            <a:spLocks noGrp="1"/>
          </p:cNvSpPr>
          <p:nvPr/>
        </p:nvSpPr>
        <p:spPr>
          <a:xfrm>
            <a:off x="1200150" y="5438775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protein-icon-p1">
            <a:extLst>
              <a:ext uri="{FF2B5EF4-FFF2-40B4-BE49-F238E27FC236}">
                <a16:creationId xmlns:a16="http://schemas.microsoft.com/office/drawing/2014/main" id="{6B41605B-B1D2-4838-809F-054008C08BDE}"/>
              </a:ext>
            </a:extLst>
          </p:cNvPr>
          <p:cNvSpPr>
            <a:spLocks noGrp="1"/>
          </p:cNvSpPr>
          <p:nvPr/>
        </p:nvSpPr>
        <p:spPr>
          <a:xfrm>
            <a:off x="1260158" y="5544503"/>
            <a:ext cx="28575" cy="285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protein-icon-p2">
            <a:extLst>
              <a:ext uri="{FF2B5EF4-FFF2-40B4-BE49-F238E27FC236}">
                <a16:creationId xmlns:a16="http://schemas.microsoft.com/office/drawing/2014/main" id="{192CA092-7C06-41BB-9A28-A30B7B925054}"/>
              </a:ext>
            </a:extLst>
          </p:cNvPr>
          <p:cNvSpPr>
            <a:spLocks noGrp="1"/>
          </p:cNvSpPr>
          <p:nvPr/>
        </p:nvSpPr>
        <p:spPr>
          <a:xfrm>
            <a:off x="1305878" y="5595938"/>
            <a:ext cx="28575" cy="285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protein-icon-p3">
            <a:extLst>
              <a:ext uri="{FF2B5EF4-FFF2-40B4-BE49-F238E27FC236}">
                <a16:creationId xmlns:a16="http://schemas.microsoft.com/office/drawing/2014/main" id="{D04C7EE4-A257-4435-9CAF-B48F47A3AA3B}"/>
              </a:ext>
            </a:extLst>
          </p:cNvPr>
          <p:cNvSpPr>
            <a:spLocks noGrp="1"/>
          </p:cNvSpPr>
          <p:nvPr/>
        </p:nvSpPr>
        <p:spPr>
          <a:xfrm>
            <a:off x="1351598" y="5538788"/>
            <a:ext cx="28575" cy="285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protein-icon-p4">
            <a:extLst>
              <a:ext uri="{FF2B5EF4-FFF2-40B4-BE49-F238E27FC236}">
                <a16:creationId xmlns:a16="http://schemas.microsoft.com/office/drawing/2014/main" id="{38882264-8DE3-4EAB-8FA8-C6AA33CED3CF}"/>
              </a:ext>
            </a:extLst>
          </p:cNvPr>
          <p:cNvSpPr>
            <a:spLocks noGrp="1"/>
          </p:cNvSpPr>
          <p:nvPr/>
        </p:nvSpPr>
        <p:spPr>
          <a:xfrm>
            <a:off x="1397318" y="5590223"/>
            <a:ext cx="28575" cy="285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protein-icon-p12">
            <a:extLst>
              <a:ext uri="{FF2B5EF4-FFF2-40B4-BE49-F238E27FC236}">
                <a16:creationId xmlns:a16="http://schemas.microsoft.com/office/drawing/2014/main" id="{A1B8B457-9AB7-4802-9817-A72A294F8AE8}"/>
              </a:ext>
            </a:extLst>
          </p:cNvPr>
          <p:cNvSpPr>
            <a:spLocks noGrp="1"/>
          </p:cNvSpPr>
          <p:nvPr/>
        </p:nvSpPr>
        <p:spPr>
          <a:xfrm>
            <a:off x="1285875" y="5567363"/>
            <a:ext cx="22860" cy="3429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protein-icon-p23">
            <a:extLst>
              <a:ext uri="{FF2B5EF4-FFF2-40B4-BE49-F238E27FC236}">
                <a16:creationId xmlns:a16="http://schemas.microsoft.com/office/drawing/2014/main" id="{2C86D03E-EFC9-4199-BAF5-AA5AFD178D02}"/>
              </a:ext>
            </a:extLst>
          </p:cNvPr>
          <p:cNvSpPr>
            <a:spLocks noGrp="1"/>
          </p:cNvSpPr>
          <p:nvPr/>
        </p:nvSpPr>
        <p:spPr>
          <a:xfrm>
            <a:off x="1331595" y="5601653"/>
            <a:ext cx="22860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protein-icon-p34">
            <a:extLst>
              <a:ext uri="{FF2B5EF4-FFF2-40B4-BE49-F238E27FC236}">
                <a16:creationId xmlns:a16="http://schemas.microsoft.com/office/drawing/2014/main" id="{150CA824-AA85-46B6-983F-8FB86836897A}"/>
              </a:ext>
            </a:extLst>
          </p:cNvPr>
          <p:cNvSpPr>
            <a:spLocks noGrp="1"/>
          </p:cNvSpPr>
          <p:nvPr/>
        </p:nvSpPr>
        <p:spPr>
          <a:xfrm>
            <a:off x="1377315" y="5561648"/>
            <a:ext cx="22860" cy="3429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protein-title">
            <a:extLst>
              <a:ext uri="{FF2B5EF4-FFF2-40B4-BE49-F238E27FC236}">
                <a16:creationId xmlns:a16="http://schemas.microsoft.com/office/drawing/2014/main" id="{2F89B0E4-CE79-4CB0-B092-EFCCA7BF3FC2}"/>
              </a:ext>
            </a:extLst>
          </p:cNvPr>
          <p:cNvSpPr>
            <a:spLocks noGrp="1"/>
          </p:cNvSpPr>
          <p:nvPr/>
        </p:nvSpPr>
        <p:spPr>
          <a:xfrm>
            <a:off x="1600200" y="54578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Protein Design Closed-loop</a:t>
            </a:r>
          </a:p>
        </p:txBody>
      </p:sp>
      <p:sp>
        <p:nvSpPr>
          <p:cNvPr id="102" name="protein-subtitle">
            <a:extLst>
              <a:ext uri="{FF2B5EF4-FFF2-40B4-BE49-F238E27FC236}">
                <a16:creationId xmlns:a16="http://schemas.microsoft.com/office/drawing/2014/main" id="{997716D9-4C8C-46A2-B61B-8484770777D0}"/>
              </a:ext>
            </a:extLst>
          </p:cNvPr>
          <p:cNvSpPr>
            <a:spLocks noGrp="1"/>
          </p:cNvSpPr>
          <p:nvPr/>
        </p:nvSpPr>
        <p:spPr>
          <a:xfrm>
            <a:off x="1600200" y="5724525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Target → Candidate → Binding</a:t>
            </a:r>
          </a:p>
        </p:txBody>
      </p:sp>
      <p:sp>
        <p:nvSpPr>
          <p:cNvPr id="103" name="chip-shape">
            <a:extLst>
              <a:ext uri="{FF2B5EF4-FFF2-40B4-BE49-F238E27FC236}">
                <a16:creationId xmlns:a16="http://schemas.microsoft.com/office/drawing/2014/main" id="{6FDF0E9E-05FF-4061-BB41-7647DBECFA0E}"/>
              </a:ext>
            </a:extLst>
          </p:cNvPr>
          <p:cNvSpPr>
            <a:spLocks noGrp="1"/>
          </p:cNvSpPr>
          <p:nvPr/>
        </p:nvSpPr>
        <p:spPr>
          <a:xfrm>
            <a:off x="6629400" y="5353050"/>
            <a:ext cx="4476750" cy="457200"/>
          </a:xfrm>
          <a:prstGeom prst="roundRect">
            <a:avLst>
              <a:gd name="adj" fmla="val 25000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chip-icon-badge">
            <a:extLst>
              <a:ext uri="{FF2B5EF4-FFF2-40B4-BE49-F238E27FC236}">
                <a16:creationId xmlns:a16="http://schemas.microsoft.com/office/drawing/2014/main" id="{572CE09A-F4AB-4FE2-AD15-471DA0AF4CB3}"/>
              </a:ext>
            </a:extLst>
          </p:cNvPr>
          <p:cNvSpPr>
            <a:spLocks noGrp="1"/>
          </p:cNvSpPr>
          <p:nvPr/>
        </p:nvSpPr>
        <p:spPr>
          <a:xfrm>
            <a:off x="6762750" y="5438775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chip-icon-chip">
            <a:extLst>
              <a:ext uri="{FF2B5EF4-FFF2-40B4-BE49-F238E27FC236}">
                <a16:creationId xmlns:a16="http://schemas.microsoft.com/office/drawing/2014/main" id="{BAA6D00B-E56E-45E0-9A13-749B5DA039D1}"/>
              </a:ext>
            </a:extLst>
          </p:cNvPr>
          <p:cNvSpPr>
            <a:spLocks noGrp="1"/>
          </p:cNvSpPr>
          <p:nvPr/>
        </p:nvSpPr>
        <p:spPr>
          <a:xfrm>
            <a:off x="6848475" y="55245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chip-icon-l-14">
            <a:extLst>
              <a:ext uri="{FF2B5EF4-FFF2-40B4-BE49-F238E27FC236}">
                <a16:creationId xmlns:a16="http://schemas.microsoft.com/office/drawing/2014/main" id="{B0828ECD-EB15-4FEE-859D-77C194415AC3}"/>
              </a:ext>
            </a:extLst>
          </p:cNvPr>
          <p:cNvSpPr>
            <a:spLocks noGrp="1"/>
          </p:cNvSpPr>
          <p:nvPr/>
        </p:nvSpPr>
        <p:spPr>
          <a:xfrm>
            <a:off x="6819900" y="5541645"/>
            <a:ext cx="28575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chip-icon-r-14">
            <a:extLst>
              <a:ext uri="{FF2B5EF4-FFF2-40B4-BE49-F238E27FC236}">
                <a16:creationId xmlns:a16="http://schemas.microsoft.com/office/drawing/2014/main" id="{6BB3D4DC-2532-48E0-A1BD-5A8C05A75C96}"/>
              </a:ext>
            </a:extLst>
          </p:cNvPr>
          <p:cNvSpPr>
            <a:spLocks noGrp="1"/>
          </p:cNvSpPr>
          <p:nvPr/>
        </p:nvSpPr>
        <p:spPr>
          <a:xfrm>
            <a:off x="6962775" y="5541645"/>
            <a:ext cx="28575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chip-icon-l0">
            <a:extLst>
              <a:ext uri="{FF2B5EF4-FFF2-40B4-BE49-F238E27FC236}">
                <a16:creationId xmlns:a16="http://schemas.microsoft.com/office/drawing/2014/main" id="{34E9A342-7090-4E34-967A-E353190CA7B8}"/>
              </a:ext>
            </a:extLst>
          </p:cNvPr>
          <p:cNvSpPr>
            <a:spLocks noGrp="1"/>
          </p:cNvSpPr>
          <p:nvPr/>
        </p:nvSpPr>
        <p:spPr>
          <a:xfrm>
            <a:off x="6819900" y="5581650"/>
            <a:ext cx="28575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chip-icon-r0">
            <a:extLst>
              <a:ext uri="{FF2B5EF4-FFF2-40B4-BE49-F238E27FC236}">
                <a16:creationId xmlns:a16="http://schemas.microsoft.com/office/drawing/2014/main" id="{8B306D7D-63CB-42EE-A1AD-7F8C5B81790A}"/>
              </a:ext>
            </a:extLst>
          </p:cNvPr>
          <p:cNvSpPr>
            <a:spLocks noGrp="1"/>
          </p:cNvSpPr>
          <p:nvPr/>
        </p:nvSpPr>
        <p:spPr>
          <a:xfrm>
            <a:off x="6962775" y="5581650"/>
            <a:ext cx="28575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chip-icon-l14">
            <a:extLst>
              <a:ext uri="{FF2B5EF4-FFF2-40B4-BE49-F238E27FC236}">
                <a16:creationId xmlns:a16="http://schemas.microsoft.com/office/drawing/2014/main" id="{A8D90848-E810-4F33-B42A-BEE5276ED378}"/>
              </a:ext>
            </a:extLst>
          </p:cNvPr>
          <p:cNvSpPr>
            <a:spLocks noGrp="1"/>
          </p:cNvSpPr>
          <p:nvPr/>
        </p:nvSpPr>
        <p:spPr>
          <a:xfrm>
            <a:off x="6819900" y="5621655"/>
            <a:ext cx="28575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chip-icon-r14">
            <a:extLst>
              <a:ext uri="{FF2B5EF4-FFF2-40B4-BE49-F238E27FC236}">
                <a16:creationId xmlns:a16="http://schemas.microsoft.com/office/drawing/2014/main" id="{1446153C-907E-4E65-AC72-C243FF4D5CE9}"/>
              </a:ext>
            </a:extLst>
          </p:cNvPr>
          <p:cNvSpPr>
            <a:spLocks noGrp="1"/>
          </p:cNvSpPr>
          <p:nvPr/>
        </p:nvSpPr>
        <p:spPr>
          <a:xfrm>
            <a:off x="6962775" y="5621655"/>
            <a:ext cx="28575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chip-icon-t-14">
            <a:extLst>
              <a:ext uri="{FF2B5EF4-FFF2-40B4-BE49-F238E27FC236}">
                <a16:creationId xmlns:a16="http://schemas.microsoft.com/office/drawing/2014/main" id="{5585F28F-0DA1-427B-9B68-FA1F99BD4BD2}"/>
              </a:ext>
            </a:extLst>
          </p:cNvPr>
          <p:cNvSpPr>
            <a:spLocks noGrp="1"/>
          </p:cNvSpPr>
          <p:nvPr/>
        </p:nvSpPr>
        <p:spPr>
          <a:xfrm>
            <a:off x="6865620" y="5495925"/>
            <a:ext cx="0" cy="28575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chip-icon-b-14">
            <a:extLst>
              <a:ext uri="{FF2B5EF4-FFF2-40B4-BE49-F238E27FC236}">
                <a16:creationId xmlns:a16="http://schemas.microsoft.com/office/drawing/2014/main" id="{D63D439B-BD94-4957-9A04-6DA17E3E9DCC}"/>
              </a:ext>
            </a:extLst>
          </p:cNvPr>
          <p:cNvSpPr>
            <a:spLocks noGrp="1"/>
          </p:cNvSpPr>
          <p:nvPr/>
        </p:nvSpPr>
        <p:spPr>
          <a:xfrm>
            <a:off x="6865620" y="5638800"/>
            <a:ext cx="0" cy="28575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chip-icon-t0">
            <a:extLst>
              <a:ext uri="{FF2B5EF4-FFF2-40B4-BE49-F238E27FC236}">
                <a16:creationId xmlns:a16="http://schemas.microsoft.com/office/drawing/2014/main" id="{795243B2-FE13-4DFB-892E-C54CC03116A9}"/>
              </a:ext>
            </a:extLst>
          </p:cNvPr>
          <p:cNvSpPr>
            <a:spLocks noGrp="1"/>
          </p:cNvSpPr>
          <p:nvPr/>
        </p:nvSpPr>
        <p:spPr>
          <a:xfrm>
            <a:off x="6905625" y="5495925"/>
            <a:ext cx="0" cy="28575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chip-icon-b0">
            <a:extLst>
              <a:ext uri="{FF2B5EF4-FFF2-40B4-BE49-F238E27FC236}">
                <a16:creationId xmlns:a16="http://schemas.microsoft.com/office/drawing/2014/main" id="{B1E8611F-10C4-4CE3-930A-34EAFF23DA8B}"/>
              </a:ext>
            </a:extLst>
          </p:cNvPr>
          <p:cNvSpPr>
            <a:spLocks noGrp="1"/>
          </p:cNvSpPr>
          <p:nvPr/>
        </p:nvSpPr>
        <p:spPr>
          <a:xfrm>
            <a:off x="6905625" y="5638800"/>
            <a:ext cx="0" cy="28575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chip-icon-t14">
            <a:extLst>
              <a:ext uri="{FF2B5EF4-FFF2-40B4-BE49-F238E27FC236}">
                <a16:creationId xmlns:a16="http://schemas.microsoft.com/office/drawing/2014/main" id="{B92EBB3F-8B65-421B-9AC8-8F2BD15172E7}"/>
              </a:ext>
            </a:extLst>
          </p:cNvPr>
          <p:cNvSpPr>
            <a:spLocks noGrp="1"/>
          </p:cNvSpPr>
          <p:nvPr/>
        </p:nvSpPr>
        <p:spPr>
          <a:xfrm>
            <a:off x="6945630" y="5495925"/>
            <a:ext cx="0" cy="28575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chip-icon-b14">
            <a:extLst>
              <a:ext uri="{FF2B5EF4-FFF2-40B4-BE49-F238E27FC236}">
                <a16:creationId xmlns:a16="http://schemas.microsoft.com/office/drawing/2014/main" id="{6DE13930-9E13-4BEA-85AD-AB2386122D24}"/>
              </a:ext>
            </a:extLst>
          </p:cNvPr>
          <p:cNvSpPr>
            <a:spLocks noGrp="1"/>
          </p:cNvSpPr>
          <p:nvPr/>
        </p:nvSpPr>
        <p:spPr>
          <a:xfrm>
            <a:off x="6945630" y="5638800"/>
            <a:ext cx="0" cy="28575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chip-title">
            <a:extLst>
              <a:ext uri="{FF2B5EF4-FFF2-40B4-BE49-F238E27FC236}">
                <a16:creationId xmlns:a16="http://schemas.microsoft.com/office/drawing/2014/main" id="{D7D2E274-82B1-4B23-8A41-B607047DE869}"/>
              </a:ext>
            </a:extLst>
          </p:cNvPr>
          <p:cNvSpPr>
            <a:spLocks noGrp="1"/>
          </p:cNvSpPr>
          <p:nvPr/>
        </p:nvSpPr>
        <p:spPr>
          <a:xfrm>
            <a:off x="7162800" y="54578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Organ-chip Reward Factory</a:t>
            </a:r>
          </a:p>
        </p:txBody>
      </p:sp>
      <p:sp>
        <p:nvSpPr>
          <p:cNvPr id="119" name="chip-subtitle">
            <a:extLst>
              <a:ext uri="{FF2B5EF4-FFF2-40B4-BE49-F238E27FC236}">
                <a16:creationId xmlns:a16="http://schemas.microsoft.com/office/drawing/2014/main" id="{CEB2B131-6987-419A-A4C6-C6FFF096E4E0}"/>
              </a:ext>
            </a:extLst>
          </p:cNvPr>
          <p:cNvSpPr>
            <a:spLocks noGrp="1"/>
          </p:cNvSpPr>
          <p:nvPr/>
        </p:nvSpPr>
        <p:spPr>
          <a:xfrm>
            <a:off x="7162800" y="5724525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Phenotype · Toxicity · Mechanism</a:t>
            </a:r>
          </a:p>
        </p:txBody>
      </p:sp>
      <p:cxnSp>
        <p:nvCxnSpPr>
          <p:cNvPr id="244" name="肘形连接符 243"/>
          <p:cNvCxnSpPr>
            <a:stCxn id="92" idx="0"/>
            <a:endCxn id="54" idx="2"/>
          </p:cNvCxnSpPr>
          <p:nvPr/>
        </p:nvCxnSpPr>
        <p:spPr>
          <a:xfrm flipV="1">
            <a:off x="3305175" y="4191000"/>
            <a:ext cx="495300" cy="1162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C1D4"/>
            </a:solidFill>
            <a:prstDash val="dash"/>
            <a:tailEnd type="triangle" w="sm" len="sm"/>
          </a:ln>
        </p:spPr>
      </p:cxnSp>
      <p:cxnSp>
        <p:nvCxnSpPr>
          <p:cNvPr id="245" name="肘形连接符 244"/>
          <p:cNvCxnSpPr>
            <a:stCxn id="92" idx="0"/>
            <a:endCxn id="70" idx="2"/>
          </p:cNvCxnSpPr>
          <p:nvPr/>
        </p:nvCxnSpPr>
        <p:spPr>
          <a:xfrm flipV="1">
            <a:off x="3305175" y="4191000"/>
            <a:ext cx="4610100" cy="1162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cxnSp>
        <p:nvCxnSpPr>
          <p:cNvPr id="246" name="肘形连接符 245"/>
          <p:cNvCxnSpPr>
            <a:stCxn id="103" idx="0"/>
            <a:endCxn id="70" idx="2"/>
          </p:cNvCxnSpPr>
          <p:nvPr/>
        </p:nvCxnSpPr>
        <p:spPr>
          <a:xfrm flipH="1" flipV="1">
            <a:off x="7915275" y="4191000"/>
            <a:ext cx="952500" cy="1162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sp>
        <p:nvSpPr>
          <p:cNvPr id="123" name="asset-label-1">
            <a:extLst>
              <a:ext uri="{FF2B5EF4-FFF2-40B4-BE49-F238E27FC236}">
                <a16:creationId xmlns:a16="http://schemas.microsoft.com/office/drawing/2014/main" id="{96A2F956-6CB0-46D2-A2EF-0B39BCD458EA}"/>
              </a:ext>
            </a:extLst>
          </p:cNvPr>
          <p:cNvSpPr>
            <a:spLocks noGrp="1"/>
          </p:cNvSpPr>
          <p:nvPr/>
        </p:nvSpPr>
        <p:spPr>
          <a:xfrm>
            <a:off x="3905250" y="61531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A5F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A5F26"/>
                </a:solidFill>
                <a:latin typeface="PingFang SC"/>
                <a:ea typeface="PingFang SC"/>
                <a:cs typeface="PingFang SC"/>
              </a:rPr>
              <a:t>不可替代资产：状态 · 轨迹 · reward · 失败记忆</a:t>
            </a:r>
          </a:p>
        </p:txBody>
      </p:sp>
      <p:sp>
        <p:nvSpPr>
          <p:cNvPr id="124" name="slide-no-1">
            <a:extLst>
              <a:ext uri="{FF2B5EF4-FFF2-40B4-BE49-F238E27FC236}">
                <a16:creationId xmlns:a16="http://schemas.microsoft.com/office/drawing/2014/main" id="{ED8ECF07-2546-42E0-B942-FF15C38B8DF0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r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517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age-kicker">
            <a:extLst>
              <a:ext uri="{FF2B5EF4-FFF2-40B4-BE49-F238E27FC236}">
                <a16:creationId xmlns:a16="http://schemas.microsoft.com/office/drawing/2014/main" id="{74A883EC-DF45-4C4C-93C8-96BAF7480C67}"/>
              </a:ext>
            </a:extLst>
          </p:cNvPr>
          <p:cNvSpPr>
            <a:spLocks noGrp="1"/>
          </p:cNvSpPr>
          <p:nvPr/>
        </p:nvSpPr>
        <p:spPr>
          <a:xfrm>
            <a:off x="419100" y="2476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FRONTIS SCIENCE HORIZON</a:t>
            </a:r>
          </a:p>
        </p:txBody>
      </p:sp>
      <p:sp>
        <p:nvSpPr>
          <p:cNvPr id="2" name="page-title">
            <a:extLst>
              <a:ext uri="{FF2B5EF4-FFF2-40B4-BE49-F238E27FC236}">
                <a16:creationId xmlns:a16="http://schemas.microsoft.com/office/drawing/2014/main" id="{E696D93B-14BD-44DB-AC29-36091B79F435}"/>
              </a:ext>
            </a:extLst>
          </p:cNvPr>
          <p:cNvSpPr>
            <a:spLocks noGrp="1"/>
          </p:cNvSpPr>
          <p:nvPr/>
        </p:nvSpPr>
        <p:spPr>
          <a:xfrm>
            <a:off x="419100" y="5143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0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科研智能体进化飞轮</a:t>
            </a:r>
          </a:p>
        </p:txBody>
      </p:sp>
      <p:sp>
        <p:nvSpPr>
          <p:cNvPr id="3" name="page-subtitle">
            <a:extLst>
              <a:ext uri="{FF2B5EF4-FFF2-40B4-BE49-F238E27FC236}">
                <a16:creationId xmlns:a16="http://schemas.microsoft.com/office/drawing/2014/main" id="{1BFD708D-D48B-460D-8F8B-C0B37C097FEC}"/>
              </a:ext>
            </a:extLst>
          </p:cNvPr>
          <p:cNvSpPr>
            <a:spLocks noGrp="1"/>
          </p:cNvSpPr>
          <p:nvPr/>
        </p:nvSpPr>
        <p:spPr>
          <a:xfrm>
            <a:off x="8667750" y="5334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r">
              <a:lnSpc>
                <a:spcPct val="110000"/>
              </a:lnSpc>
              <a:buNone/>
              <a:defRPr sz="13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Memory / Trajectory / Reward / Training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23676FB9-7FFD-41AD-ABE8-33BBAD3849D4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13538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lywheel-ring">
            <a:extLst>
              <a:ext uri="{FF2B5EF4-FFF2-40B4-BE49-F238E27FC236}">
                <a16:creationId xmlns:a16="http://schemas.microsoft.com/office/drawing/2014/main" id="{428804FC-0C34-45AF-8A98-693CBFD3CAC7}"/>
              </a:ext>
            </a:extLst>
          </p:cNvPr>
          <p:cNvSpPr>
            <a:spLocks noGrp="1"/>
          </p:cNvSpPr>
          <p:nvPr/>
        </p:nvSpPr>
        <p:spPr>
          <a:xfrm>
            <a:off x="1657350" y="1314450"/>
            <a:ext cx="8877300" cy="4629150"/>
          </a:xfrm>
          <a:prstGeom prst="ellipse">
            <a:avLst/>
          </a:prstGeom>
          <a:noFill/>
          <a:ln w="13335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enter-shape">
            <a:extLst>
              <a:ext uri="{FF2B5EF4-FFF2-40B4-BE49-F238E27FC236}">
                <a16:creationId xmlns:a16="http://schemas.microsoft.com/office/drawing/2014/main" id="{124DF4E3-2394-4836-B220-4FBF22699CA9}"/>
              </a:ext>
            </a:extLst>
          </p:cNvPr>
          <p:cNvSpPr>
            <a:spLocks noGrp="1"/>
          </p:cNvSpPr>
          <p:nvPr/>
        </p:nvSpPr>
        <p:spPr>
          <a:xfrm>
            <a:off x="4648200" y="2895600"/>
            <a:ext cx="2895600" cy="1066800"/>
          </a:xfrm>
          <a:prstGeom prst="roundRect">
            <a:avLst>
              <a:gd name="adj" fmla="val 10714"/>
            </a:avLst>
          </a:prstGeom>
          <a:solidFill>
            <a:srgbClr val="05050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enter-title">
            <a:extLst>
              <a:ext uri="{FF2B5EF4-FFF2-40B4-BE49-F238E27FC236}">
                <a16:creationId xmlns:a16="http://schemas.microsoft.com/office/drawing/2014/main" id="{33FD8A51-3B74-438D-B0A7-C27E21FB055F}"/>
              </a:ext>
            </a:extLst>
          </p:cNvPr>
          <p:cNvSpPr>
            <a:spLocks noGrp="1"/>
          </p:cNvSpPr>
          <p:nvPr/>
        </p:nvSpPr>
        <p:spPr>
          <a:xfrm>
            <a:off x="4781550" y="3000375"/>
            <a:ext cx="2628900" cy="5974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越用越聪明的</a:t>
            </a: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科研组织</a:t>
            </a:r>
          </a:p>
        </p:txBody>
      </p:sp>
      <p:sp>
        <p:nvSpPr>
          <p:cNvPr id="8" name="center-subtitle">
            <a:extLst>
              <a:ext uri="{FF2B5EF4-FFF2-40B4-BE49-F238E27FC236}">
                <a16:creationId xmlns:a16="http://schemas.microsoft.com/office/drawing/2014/main" id="{A1E55B6D-AC4A-46D2-825C-1EF4BD05B2CD}"/>
              </a:ext>
            </a:extLst>
          </p:cNvPr>
          <p:cNvSpPr>
            <a:spLocks noGrp="1"/>
          </p:cNvSpPr>
          <p:nvPr/>
        </p:nvSpPr>
        <p:spPr>
          <a:xfrm>
            <a:off x="4781550" y="3635883"/>
            <a:ext cx="2628900" cy="2503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20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Science Agent Evolution</a:t>
            </a:r>
          </a:p>
        </p:txBody>
      </p:sp>
      <p:sp>
        <p:nvSpPr>
          <p:cNvPr id="9" name="fw-res-shape">
            <a:extLst>
              <a:ext uri="{FF2B5EF4-FFF2-40B4-BE49-F238E27FC236}">
                <a16:creationId xmlns:a16="http://schemas.microsoft.com/office/drawing/2014/main" id="{A9060E7F-9EC6-4022-B81E-750DF152160F}"/>
              </a:ext>
            </a:extLst>
          </p:cNvPr>
          <p:cNvSpPr>
            <a:spLocks noGrp="1"/>
          </p:cNvSpPr>
          <p:nvPr/>
        </p:nvSpPr>
        <p:spPr>
          <a:xfrm>
            <a:off x="4819650" y="1428750"/>
            <a:ext cx="1809750" cy="838200"/>
          </a:xfrm>
          <a:prstGeom prst="roundRect">
            <a:avLst>
              <a:gd name="adj" fmla="val 13636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fw-res-icon-badge">
            <a:extLst>
              <a:ext uri="{FF2B5EF4-FFF2-40B4-BE49-F238E27FC236}">
                <a16:creationId xmlns:a16="http://schemas.microsoft.com/office/drawing/2014/main" id="{C1B913AF-30A2-4C63-971F-DEA4C16D3C95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w-res-icon-a">
            <a:extLst>
              <a:ext uri="{FF2B5EF4-FFF2-40B4-BE49-F238E27FC236}">
                <a16:creationId xmlns:a16="http://schemas.microsoft.com/office/drawing/2014/main" id="{6A67C49E-25D8-480B-B7A2-BAEEA119F085}"/>
              </a:ext>
            </a:extLst>
          </p:cNvPr>
          <p:cNvSpPr>
            <a:spLocks noGrp="1"/>
          </p:cNvSpPr>
          <p:nvPr/>
        </p:nvSpPr>
        <p:spPr>
          <a:xfrm>
            <a:off x="5038344" y="1799082"/>
            <a:ext cx="121920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w-res-icon-b">
            <a:extLst>
              <a:ext uri="{FF2B5EF4-FFF2-40B4-BE49-F238E27FC236}">
                <a16:creationId xmlns:a16="http://schemas.microsoft.com/office/drawing/2014/main" id="{BCBFA371-2129-495A-8365-D9506E11689C}"/>
              </a:ext>
            </a:extLst>
          </p:cNvPr>
          <p:cNvSpPr>
            <a:spLocks noGrp="1"/>
          </p:cNvSpPr>
          <p:nvPr/>
        </p:nvSpPr>
        <p:spPr>
          <a:xfrm>
            <a:off x="5038344" y="1799082"/>
            <a:ext cx="103632" cy="109728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w-res-icon-c">
            <a:extLst>
              <a:ext uri="{FF2B5EF4-FFF2-40B4-BE49-F238E27FC236}">
                <a16:creationId xmlns:a16="http://schemas.microsoft.com/office/drawing/2014/main" id="{9D52DA1E-4A6B-4A6A-B1D6-D4FE38BC2ED0}"/>
              </a:ext>
            </a:extLst>
          </p:cNvPr>
          <p:cNvSpPr>
            <a:spLocks noGrp="1"/>
          </p:cNvSpPr>
          <p:nvPr/>
        </p:nvSpPr>
        <p:spPr>
          <a:xfrm>
            <a:off x="5160264" y="1774698"/>
            <a:ext cx="0" cy="134112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w-res-icon-d1">
            <a:extLst>
              <a:ext uri="{FF2B5EF4-FFF2-40B4-BE49-F238E27FC236}">
                <a16:creationId xmlns:a16="http://schemas.microsoft.com/office/drawing/2014/main" id="{1DB828CC-CEA0-47EA-9BFE-9EC201390E0A}"/>
              </a:ext>
            </a:extLst>
          </p:cNvPr>
          <p:cNvSpPr>
            <a:spLocks noGrp="1"/>
          </p:cNvSpPr>
          <p:nvPr/>
        </p:nvSpPr>
        <p:spPr>
          <a:xfrm>
            <a:off x="5020056" y="1780794"/>
            <a:ext cx="36576" cy="3657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w-res-icon-d2">
            <a:extLst>
              <a:ext uri="{FF2B5EF4-FFF2-40B4-BE49-F238E27FC236}">
                <a16:creationId xmlns:a16="http://schemas.microsoft.com/office/drawing/2014/main" id="{8788963F-1633-4727-AA2A-AC3F0BBB5635}"/>
              </a:ext>
            </a:extLst>
          </p:cNvPr>
          <p:cNvSpPr>
            <a:spLocks noGrp="1"/>
          </p:cNvSpPr>
          <p:nvPr/>
        </p:nvSpPr>
        <p:spPr>
          <a:xfrm>
            <a:off x="5141976" y="1756410"/>
            <a:ext cx="36576" cy="3657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fw-res-icon-d3">
            <a:extLst>
              <a:ext uri="{FF2B5EF4-FFF2-40B4-BE49-F238E27FC236}">
                <a16:creationId xmlns:a16="http://schemas.microsoft.com/office/drawing/2014/main" id="{FC87E169-216C-4A7E-9C29-4F5D10EAFA83}"/>
              </a:ext>
            </a:extLst>
          </p:cNvPr>
          <p:cNvSpPr>
            <a:spLocks noGrp="1"/>
          </p:cNvSpPr>
          <p:nvPr/>
        </p:nvSpPr>
        <p:spPr>
          <a:xfrm>
            <a:off x="5123688" y="1890522"/>
            <a:ext cx="36576" cy="36576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fw-res-title">
            <a:extLst>
              <a:ext uri="{FF2B5EF4-FFF2-40B4-BE49-F238E27FC236}">
                <a16:creationId xmlns:a16="http://schemas.microsoft.com/office/drawing/2014/main" id="{3D2BF33F-15BF-4E40-AD3A-3304E9FAD354}"/>
              </a:ext>
            </a:extLst>
          </p:cNvPr>
          <p:cNvSpPr>
            <a:spLocks noGrp="1"/>
          </p:cNvSpPr>
          <p:nvPr/>
        </p:nvSpPr>
        <p:spPr>
          <a:xfrm>
            <a:off x="5372100" y="1533525"/>
            <a:ext cx="112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Resource Graph</a:t>
            </a:r>
          </a:p>
        </p:txBody>
      </p:sp>
      <p:sp>
        <p:nvSpPr>
          <p:cNvPr id="18" name="fw-res-subtitle">
            <a:extLst>
              <a:ext uri="{FF2B5EF4-FFF2-40B4-BE49-F238E27FC236}">
                <a16:creationId xmlns:a16="http://schemas.microsoft.com/office/drawing/2014/main" id="{9C2A6D22-2FF2-44AA-952D-ADD6E20E3663}"/>
              </a:ext>
            </a:extLst>
          </p:cNvPr>
          <p:cNvSpPr>
            <a:spLocks noGrp="1"/>
          </p:cNvSpPr>
          <p:nvPr/>
        </p:nvSpPr>
        <p:spPr>
          <a:xfrm>
            <a:off x="5372100" y="1971675"/>
            <a:ext cx="1123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外部知识与工具地图</a:t>
            </a:r>
          </a:p>
        </p:txBody>
      </p:sp>
      <p:sp>
        <p:nvSpPr>
          <p:cNvPr id="19" name="fw-mem-shape">
            <a:extLst>
              <a:ext uri="{FF2B5EF4-FFF2-40B4-BE49-F238E27FC236}">
                <a16:creationId xmlns:a16="http://schemas.microsoft.com/office/drawing/2014/main" id="{2AF116B3-CE99-4478-8202-2A5BA95A15EC}"/>
              </a:ext>
            </a:extLst>
          </p:cNvPr>
          <p:cNvSpPr>
            <a:spLocks noGrp="1"/>
          </p:cNvSpPr>
          <p:nvPr/>
        </p:nvSpPr>
        <p:spPr>
          <a:xfrm>
            <a:off x="8020050" y="2209800"/>
            <a:ext cx="1809750" cy="838200"/>
          </a:xfrm>
          <a:prstGeom prst="roundRect">
            <a:avLst>
              <a:gd name="adj" fmla="val 13636"/>
            </a:avLst>
          </a:prstGeom>
          <a:solidFill>
            <a:srgbClr val="E9FBFD"/>
          </a:solidFill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w-mem-icon-badge">
            <a:extLst>
              <a:ext uri="{FF2B5EF4-FFF2-40B4-BE49-F238E27FC236}">
                <a16:creationId xmlns:a16="http://schemas.microsoft.com/office/drawing/2014/main" id="{818E4EF2-E955-4D72-A6DA-3079C80EA6C9}"/>
              </a:ext>
            </a:extLst>
          </p:cNvPr>
          <p:cNvSpPr>
            <a:spLocks noGrp="1"/>
          </p:cNvSpPr>
          <p:nvPr/>
        </p:nvSpPr>
        <p:spPr>
          <a:xfrm>
            <a:off x="8153400" y="247650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w-mem-icon-m1">
            <a:extLst>
              <a:ext uri="{FF2B5EF4-FFF2-40B4-BE49-F238E27FC236}">
                <a16:creationId xmlns:a16="http://schemas.microsoft.com/office/drawing/2014/main" id="{C65D9487-8204-48BD-84F5-F4B715656032}"/>
              </a:ext>
            </a:extLst>
          </p:cNvPr>
          <p:cNvSpPr>
            <a:spLocks noGrp="1"/>
          </p:cNvSpPr>
          <p:nvPr/>
        </p:nvSpPr>
        <p:spPr>
          <a:xfrm>
            <a:off x="8226552" y="2567940"/>
            <a:ext cx="158496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w-mem-icon-m2">
            <a:extLst>
              <a:ext uri="{FF2B5EF4-FFF2-40B4-BE49-F238E27FC236}">
                <a16:creationId xmlns:a16="http://schemas.microsoft.com/office/drawing/2014/main" id="{693BBDAD-43DF-446E-99A5-1621993FAF11}"/>
              </a:ext>
            </a:extLst>
          </p:cNvPr>
          <p:cNvSpPr>
            <a:spLocks noGrp="1"/>
          </p:cNvSpPr>
          <p:nvPr/>
        </p:nvSpPr>
        <p:spPr>
          <a:xfrm>
            <a:off x="8226552" y="2622804"/>
            <a:ext cx="158496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fw-mem-icon-m3">
            <a:extLst>
              <a:ext uri="{FF2B5EF4-FFF2-40B4-BE49-F238E27FC236}">
                <a16:creationId xmlns:a16="http://schemas.microsoft.com/office/drawing/2014/main" id="{46C90018-9ADA-4C7C-863E-A4D5D061B457}"/>
              </a:ext>
            </a:extLst>
          </p:cNvPr>
          <p:cNvSpPr>
            <a:spLocks noGrp="1"/>
          </p:cNvSpPr>
          <p:nvPr/>
        </p:nvSpPr>
        <p:spPr>
          <a:xfrm>
            <a:off x="8226552" y="2677668"/>
            <a:ext cx="158496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fw-mem-title">
            <a:extLst>
              <a:ext uri="{FF2B5EF4-FFF2-40B4-BE49-F238E27FC236}">
                <a16:creationId xmlns:a16="http://schemas.microsoft.com/office/drawing/2014/main" id="{73A9497B-F2BA-49C9-8E38-55E286ECE3EB}"/>
              </a:ext>
            </a:extLst>
          </p:cNvPr>
          <p:cNvSpPr>
            <a:spLocks noGrp="1"/>
          </p:cNvSpPr>
          <p:nvPr/>
        </p:nvSpPr>
        <p:spPr>
          <a:xfrm>
            <a:off x="8572500" y="2314575"/>
            <a:ext cx="112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Scientific Memory</a:t>
            </a:r>
          </a:p>
        </p:txBody>
      </p:sp>
      <p:sp>
        <p:nvSpPr>
          <p:cNvPr id="25" name="fw-mem-subtitle">
            <a:extLst>
              <a:ext uri="{FF2B5EF4-FFF2-40B4-BE49-F238E27FC236}">
                <a16:creationId xmlns:a16="http://schemas.microsoft.com/office/drawing/2014/main" id="{71FF66A4-0330-4CB3-921D-D4810E9C091C}"/>
              </a:ext>
            </a:extLst>
          </p:cNvPr>
          <p:cNvSpPr>
            <a:spLocks noGrp="1"/>
          </p:cNvSpPr>
          <p:nvPr/>
        </p:nvSpPr>
        <p:spPr>
          <a:xfrm>
            <a:off x="8572500" y="2752725"/>
            <a:ext cx="1123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组织科研状态</a:t>
            </a:r>
          </a:p>
        </p:txBody>
      </p:sp>
      <p:sp>
        <p:nvSpPr>
          <p:cNvPr id="26" name="fw-traj-shape">
            <a:extLst>
              <a:ext uri="{FF2B5EF4-FFF2-40B4-BE49-F238E27FC236}">
                <a16:creationId xmlns:a16="http://schemas.microsoft.com/office/drawing/2014/main" id="{99B29197-38C9-4ABC-8966-415F173682D0}"/>
              </a:ext>
            </a:extLst>
          </p:cNvPr>
          <p:cNvSpPr>
            <a:spLocks noGrp="1"/>
          </p:cNvSpPr>
          <p:nvPr/>
        </p:nvSpPr>
        <p:spPr>
          <a:xfrm>
            <a:off x="8020050" y="4171950"/>
            <a:ext cx="1809750" cy="838200"/>
          </a:xfrm>
          <a:prstGeom prst="roundRect">
            <a:avLst>
              <a:gd name="adj" fmla="val 13636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w-traj-icon-badge">
            <a:extLst>
              <a:ext uri="{FF2B5EF4-FFF2-40B4-BE49-F238E27FC236}">
                <a16:creationId xmlns:a16="http://schemas.microsoft.com/office/drawing/2014/main" id="{4EC7E7AB-380E-4A80-A762-390016183781}"/>
              </a:ext>
            </a:extLst>
          </p:cNvPr>
          <p:cNvSpPr>
            <a:spLocks noGrp="1"/>
          </p:cNvSpPr>
          <p:nvPr/>
        </p:nvSpPr>
        <p:spPr>
          <a:xfrm>
            <a:off x="8153400" y="44386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w-traj-icon-t1">
            <a:extLst>
              <a:ext uri="{FF2B5EF4-FFF2-40B4-BE49-F238E27FC236}">
                <a16:creationId xmlns:a16="http://schemas.microsoft.com/office/drawing/2014/main" id="{C1CFEFE6-DA9B-4767-AAD8-39FC22046770}"/>
              </a:ext>
            </a:extLst>
          </p:cNvPr>
          <p:cNvSpPr>
            <a:spLocks noGrp="1"/>
          </p:cNvSpPr>
          <p:nvPr/>
        </p:nvSpPr>
        <p:spPr>
          <a:xfrm>
            <a:off x="8217408" y="4630674"/>
            <a:ext cx="30480" cy="304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fw-traj-icon-t2">
            <a:extLst>
              <a:ext uri="{FF2B5EF4-FFF2-40B4-BE49-F238E27FC236}">
                <a16:creationId xmlns:a16="http://schemas.microsoft.com/office/drawing/2014/main" id="{13CD35DC-02D2-4ABC-8C9B-6F65835B9D81}"/>
              </a:ext>
            </a:extLst>
          </p:cNvPr>
          <p:cNvSpPr>
            <a:spLocks noGrp="1"/>
          </p:cNvSpPr>
          <p:nvPr/>
        </p:nvSpPr>
        <p:spPr>
          <a:xfrm>
            <a:off x="8272272" y="4545330"/>
            <a:ext cx="30480" cy="304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w-traj-icon-t3">
            <a:extLst>
              <a:ext uri="{FF2B5EF4-FFF2-40B4-BE49-F238E27FC236}">
                <a16:creationId xmlns:a16="http://schemas.microsoft.com/office/drawing/2014/main" id="{EA87C804-41D3-4A46-B969-2CABB1E70C7A}"/>
              </a:ext>
            </a:extLst>
          </p:cNvPr>
          <p:cNvSpPr>
            <a:spLocks noGrp="1"/>
          </p:cNvSpPr>
          <p:nvPr/>
        </p:nvSpPr>
        <p:spPr>
          <a:xfrm>
            <a:off x="8357616" y="4606290"/>
            <a:ext cx="30480" cy="3048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fw-traj-icon-t12">
            <a:extLst>
              <a:ext uri="{FF2B5EF4-FFF2-40B4-BE49-F238E27FC236}">
                <a16:creationId xmlns:a16="http://schemas.microsoft.com/office/drawing/2014/main" id="{0872E389-24C7-4788-91B3-FFAEB102DD9F}"/>
              </a:ext>
            </a:extLst>
          </p:cNvPr>
          <p:cNvSpPr>
            <a:spLocks noGrp="1"/>
          </p:cNvSpPr>
          <p:nvPr/>
        </p:nvSpPr>
        <p:spPr>
          <a:xfrm>
            <a:off x="8244840" y="4633722"/>
            <a:ext cx="33528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w-traj-icon-t23">
            <a:extLst>
              <a:ext uri="{FF2B5EF4-FFF2-40B4-BE49-F238E27FC236}">
                <a16:creationId xmlns:a16="http://schemas.microsoft.com/office/drawing/2014/main" id="{13042B74-0D20-4563-A14A-C1F9E4659880}"/>
              </a:ext>
            </a:extLst>
          </p:cNvPr>
          <p:cNvSpPr>
            <a:spLocks noGrp="1"/>
          </p:cNvSpPr>
          <p:nvPr/>
        </p:nvSpPr>
        <p:spPr>
          <a:xfrm>
            <a:off x="8299704" y="4569714"/>
            <a:ext cx="60960" cy="42672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fw-traj-title">
            <a:extLst>
              <a:ext uri="{FF2B5EF4-FFF2-40B4-BE49-F238E27FC236}">
                <a16:creationId xmlns:a16="http://schemas.microsoft.com/office/drawing/2014/main" id="{296EA0F7-F7F0-4E82-9B5E-57E0CB0C8FFB}"/>
              </a:ext>
            </a:extLst>
          </p:cNvPr>
          <p:cNvSpPr>
            <a:spLocks noGrp="1"/>
          </p:cNvSpPr>
          <p:nvPr/>
        </p:nvSpPr>
        <p:spPr>
          <a:xfrm>
            <a:off x="8572500" y="4276725"/>
            <a:ext cx="112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Trajectory Compiler</a:t>
            </a:r>
          </a:p>
        </p:txBody>
      </p:sp>
      <p:sp>
        <p:nvSpPr>
          <p:cNvPr id="34" name="fw-traj-subtitle">
            <a:extLst>
              <a:ext uri="{FF2B5EF4-FFF2-40B4-BE49-F238E27FC236}">
                <a16:creationId xmlns:a16="http://schemas.microsoft.com/office/drawing/2014/main" id="{0C0AA5EB-8B62-4949-BAA4-3C43E8B616C1}"/>
              </a:ext>
            </a:extLst>
          </p:cNvPr>
          <p:cNvSpPr>
            <a:spLocks noGrp="1"/>
          </p:cNvSpPr>
          <p:nvPr/>
        </p:nvSpPr>
        <p:spPr>
          <a:xfrm>
            <a:off x="8572500" y="4714875"/>
            <a:ext cx="1123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可训练决策样本</a:t>
            </a:r>
          </a:p>
        </p:txBody>
      </p:sp>
      <p:sp>
        <p:nvSpPr>
          <p:cNvPr id="35" name="fw-reward-shape">
            <a:extLst>
              <a:ext uri="{FF2B5EF4-FFF2-40B4-BE49-F238E27FC236}">
                <a16:creationId xmlns:a16="http://schemas.microsoft.com/office/drawing/2014/main" id="{036F631B-732D-4727-816D-818BFCBF4850}"/>
              </a:ext>
            </a:extLst>
          </p:cNvPr>
          <p:cNvSpPr>
            <a:spLocks noGrp="1"/>
          </p:cNvSpPr>
          <p:nvPr/>
        </p:nvSpPr>
        <p:spPr>
          <a:xfrm>
            <a:off x="4819650" y="4953000"/>
            <a:ext cx="1809750" cy="838200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905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fw-reward-icon-badge">
            <a:extLst>
              <a:ext uri="{FF2B5EF4-FFF2-40B4-BE49-F238E27FC236}">
                <a16:creationId xmlns:a16="http://schemas.microsoft.com/office/drawing/2014/main" id="{A212D406-C565-4980-A9C4-36AEBD0B85FF}"/>
              </a:ext>
            </a:extLst>
          </p:cNvPr>
          <p:cNvSpPr>
            <a:spLocks noGrp="1"/>
          </p:cNvSpPr>
          <p:nvPr/>
        </p:nvSpPr>
        <p:spPr>
          <a:xfrm>
            <a:off x="4953000" y="521970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fw-reward-icon-star">
            <a:extLst>
              <a:ext uri="{FF2B5EF4-FFF2-40B4-BE49-F238E27FC236}">
                <a16:creationId xmlns:a16="http://schemas.microsoft.com/office/drawing/2014/main" id="{5B86FC6F-A921-4981-891B-46D09B553F9C}"/>
              </a:ext>
            </a:extLst>
          </p:cNvPr>
          <p:cNvSpPr>
            <a:spLocks noGrp="1"/>
          </p:cNvSpPr>
          <p:nvPr/>
        </p:nvSpPr>
        <p:spPr>
          <a:xfrm>
            <a:off x="5050536" y="5298948"/>
            <a:ext cx="109728" cy="109728"/>
          </a:xfrm>
          <a:prstGeom prst="star5">
            <a:avLst/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fw-reward-icon-stem">
            <a:extLst>
              <a:ext uri="{FF2B5EF4-FFF2-40B4-BE49-F238E27FC236}">
                <a16:creationId xmlns:a16="http://schemas.microsoft.com/office/drawing/2014/main" id="{7453978D-FA3B-4FD8-9937-93ED36B4EF6B}"/>
              </a:ext>
            </a:extLst>
          </p:cNvPr>
          <p:cNvSpPr>
            <a:spLocks noGrp="1"/>
          </p:cNvSpPr>
          <p:nvPr/>
        </p:nvSpPr>
        <p:spPr>
          <a:xfrm>
            <a:off x="5105400" y="5408676"/>
            <a:ext cx="0" cy="48768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fw-reward-icon-base">
            <a:extLst>
              <a:ext uri="{FF2B5EF4-FFF2-40B4-BE49-F238E27FC236}">
                <a16:creationId xmlns:a16="http://schemas.microsoft.com/office/drawing/2014/main" id="{6FD43E5C-ABD1-4988-B736-E2D9B0675876}"/>
              </a:ext>
            </a:extLst>
          </p:cNvPr>
          <p:cNvSpPr>
            <a:spLocks noGrp="1"/>
          </p:cNvSpPr>
          <p:nvPr/>
        </p:nvSpPr>
        <p:spPr>
          <a:xfrm>
            <a:off x="5062728" y="5457444"/>
            <a:ext cx="85344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fw-reward-title">
            <a:extLst>
              <a:ext uri="{FF2B5EF4-FFF2-40B4-BE49-F238E27FC236}">
                <a16:creationId xmlns:a16="http://schemas.microsoft.com/office/drawing/2014/main" id="{E7C968B4-6EC4-4B4C-894C-1C8994366333}"/>
              </a:ext>
            </a:extLst>
          </p:cNvPr>
          <p:cNvSpPr>
            <a:spLocks noGrp="1"/>
          </p:cNvSpPr>
          <p:nvPr/>
        </p:nvSpPr>
        <p:spPr>
          <a:xfrm>
            <a:off x="5372100" y="5057775"/>
            <a:ext cx="112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Reward Ledger</a:t>
            </a:r>
          </a:p>
        </p:txBody>
      </p:sp>
      <p:sp>
        <p:nvSpPr>
          <p:cNvPr id="41" name="fw-reward-subtitle">
            <a:extLst>
              <a:ext uri="{FF2B5EF4-FFF2-40B4-BE49-F238E27FC236}">
                <a16:creationId xmlns:a16="http://schemas.microsoft.com/office/drawing/2014/main" id="{9FCE187C-0140-4378-8AF2-A65FA33B4AB0}"/>
              </a:ext>
            </a:extLst>
          </p:cNvPr>
          <p:cNvSpPr>
            <a:spLocks noGrp="1"/>
          </p:cNvSpPr>
          <p:nvPr/>
        </p:nvSpPr>
        <p:spPr>
          <a:xfrm>
            <a:off x="5372100" y="5495925"/>
            <a:ext cx="1123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科学价值裁判</a:t>
            </a:r>
          </a:p>
        </p:txBody>
      </p:sp>
      <p:sp>
        <p:nvSpPr>
          <p:cNvPr id="42" name="fw-train-shape">
            <a:extLst>
              <a:ext uri="{FF2B5EF4-FFF2-40B4-BE49-F238E27FC236}">
                <a16:creationId xmlns:a16="http://schemas.microsoft.com/office/drawing/2014/main" id="{2A649F3E-6B40-4106-89C0-ED64C325D0EB}"/>
              </a:ext>
            </a:extLst>
          </p:cNvPr>
          <p:cNvSpPr>
            <a:spLocks noGrp="1"/>
          </p:cNvSpPr>
          <p:nvPr/>
        </p:nvSpPr>
        <p:spPr>
          <a:xfrm>
            <a:off x="1600200" y="4171950"/>
            <a:ext cx="1809750" cy="838200"/>
          </a:xfrm>
          <a:prstGeom prst="roundRect">
            <a:avLst>
              <a:gd name="adj" fmla="val 13636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fw-train-icon-badge">
            <a:extLst>
              <a:ext uri="{FF2B5EF4-FFF2-40B4-BE49-F238E27FC236}">
                <a16:creationId xmlns:a16="http://schemas.microsoft.com/office/drawing/2014/main" id="{4D18A884-487F-4507-A813-BCF5760F6887}"/>
              </a:ext>
            </a:extLst>
          </p:cNvPr>
          <p:cNvSpPr>
            <a:spLocks noGrp="1"/>
          </p:cNvSpPr>
          <p:nvPr/>
        </p:nvSpPr>
        <p:spPr>
          <a:xfrm>
            <a:off x="1733550" y="443865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w-train-icon-b1">
            <a:extLst>
              <a:ext uri="{FF2B5EF4-FFF2-40B4-BE49-F238E27FC236}">
                <a16:creationId xmlns:a16="http://schemas.microsoft.com/office/drawing/2014/main" id="{E7001242-68AD-4503-924D-CCA12AC6A60E}"/>
              </a:ext>
            </a:extLst>
          </p:cNvPr>
          <p:cNvSpPr>
            <a:spLocks noGrp="1"/>
          </p:cNvSpPr>
          <p:nvPr/>
        </p:nvSpPr>
        <p:spPr>
          <a:xfrm>
            <a:off x="1812798" y="4627626"/>
            <a:ext cx="3048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w-train-icon-b2">
            <a:extLst>
              <a:ext uri="{FF2B5EF4-FFF2-40B4-BE49-F238E27FC236}">
                <a16:creationId xmlns:a16="http://schemas.microsoft.com/office/drawing/2014/main" id="{94593E9B-E48A-40E9-B2F9-19ECE182F811}"/>
              </a:ext>
            </a:extLst>
          </p:cNvPr>
          <p:cNvSpPr>
            <a:spLocks noGrp="1"/>
          </p:cNvSpPr>
          <p:nvPr/>
        </p:nvSpPr>
        <p:spPr>
          <a:xfrm>
            <a:off x="1870710" y="4597146"/>
            <a:ext cx="30480" cy="853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w-train-icon-b3">
            <a:extLst>
              <a:ext uri="{FF2B5EF4-FFF2-40B4-BE49-F238E27FC236}">
                <a16:creationId xmlns:a16="http://schemas.microsoft.com/office/drawing/2014/main" id="{7EA549C0-4EF5-41D7-A53A-99AAE8B6AEF3}"/>
              </a:ext>
            </a:extLst>
          </p:cNvPr>
          <p:cNvSpPr>
            <a:spLocks noGrp="1"/>
          </p:cNvSpPr>
          <p:nvPr/>
        </p:nvSpPr>
        <p:spPr>
          <a:xfrm>
            <a:off x="1928622" y="4554474"/>
            <a:ext cx="304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fw-train-icon-trend">
            <a:extLst>
              <a:ext uri="{FF2B5EF4-FFF2-40B4-BE49-F238E27FC236}">
                <a16:creationId xmlns:a16="http://schemas.microsoft.com/office/drawing/2014/main" id="{0E27B978-74B4-467C-964B-FD705675CFF1}"/>
              </a:ext>
            </a:extLst>
          </p:cNvPr>
          <p:cNvSpPr>
            <a:spLocks noGrp="1"/>
          </p:cNvSpPr>
          <p:nvPr/>
        </p:nvSpPr>
        <p:spPr>
          <a:xfrm>
            <a:off x="1809750" y="4615434"/>
            <a:ext cx="149352" cy="0"/>
          </a:xfrm>
          <a:prstGeom prst="line">
            <a:avLst/>
          </a:prstGeom>
          <a:noFill/>
          <a:ln w="1714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fw-train-title">
            <a:extLst>
              <a:ext uri="{FF2B5EF4-FFF2-40B4-BE49-F238E27FC236}">
                <a16:creationId xmlns:a16="http://schemas.microsoft.com/office/drawing/2014/main" id="{AEB9118C-778F-4E9A-834E-3E6F01316EB5}"/>
              </a:ext>
            </a:extLst>
          </p:cNvPr>
          <p:cNvSpPr>
            <a:spLocks noGrp="1"/>
          </p:cNvSpPr>
          <p:nvPr/>
        </p:nvSpPr>
        <p:spPr>
          <a:xfrm>
            <a:off x="2152650" y="4276725"/>
            <a:ext cx="112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Agent Training</a:t>
            </a:r>
          </a:p>
        </p:txBody>
      </p:sp>
      <p:sp>
        <p:nvSpPr>
          <p:cNvPr id="49" name="fw-train-subtitle">
            <a:extLst>
              <a:ext uri="{FF2B5EF4-FFF2-40B4-BE49-F238E27FC236}">
                <a16:creationId xmlns:a16="http://schemas.microsoft.com/office/drawing/2014/main" id="{8AE89062-E81E-4EB2-BB63-EBC7E107D5C7}"/>
              </a:ext>
            </a:extLst>
          </p:cNvPr>
          <p:cNvSpPr>
            <a:spLocks noGrp="1"/>
          </p:cNvSpPr>
          <p:nvPr/>
        </p:nvSpPr>
        <p:spPr>
          <a:xfrm>
            <a:off x="2152650" y="4714875"/>
            <a:ext cx="1123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策略持续优化</a:t>
            </a:r>
          </a:p>
        </p:txBody>
      </p:sp>
      <p:sp>
        <p:nvSpPr>
          <p:cNvPr id="50" name="fw-agent-shape">
            <a:extLst>
              <a:ext uri="{FF2B5EF4-FFF2-40B4-BE49-F238E27FC236}">
                <a16:creationId xmlns:a16="http://schemas.microsoft.com/office/drawing/2014/main" id="{E825C02E-0D86-41A9-8B96-DB1CE88C17E5}"/>
              </a:ext>
            </a:extLst>
          </p:cNvPr>
          <p:cNvSpPr>
            <a:spLocks noGrp="1"/>
          </p:cNvSpPr>
          <p:nvPr/>
        </p:nvSpPr>
        <p:spPr>
          <a:xfrm>
            <a:off x="1600200" y="2209800"/>
            <a:ext cx="1809750" cy="838200"/>
          </a:xfrm>
          <a:prstGeom prst="roundRect">
            <a:avLst>
              <a:gd name="adj" fmla="val 13636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fw-agent-icon-badge">
            <a:extLst>
              <a:ext uri="{FF2B5EF4-FFF2-40B4-BE49-F238E27FC236}">
                <a16:creationId xmlns:a16="http://schemas.microsoft.com/office/drawing/2014/main" id="{F17053AF-E98A-4CE4-A239-D26149CDE224}"/>
              </a:ext>
            </a:extLst>
          </p:cNvPr>
          <p:cNvSpPr>
            <a:spLocks noGrp="1"/>
          </p:cNvSpPr>
          <p:nvPr/>
        </p:nvSpPr>
        <p:spPr>
          <a:xfrm>
            <a:off x="1733550" y="2476500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fw-agent-icon-b1">
            <a:extLst>
              <a:ext uri="{FF2B5EF4-FFF2-40B4-BE49-F238E27FC236}">
                <a16:creationId xmlns:a16="http://schemas.microsoft.com/office/drawing/2014/main" id="{831C03AD-2CAD-4F5A-981A-F65EB08174EC}"/>
              </a:ext>
            </a:extLst>
          </p:cNvPr>
          <p:cNvSpPr>
            <a:spLocks noGrp="1"/>
          </p:cNvSpPr>
          <p:nvPr/>
        </p:nvSpPr>
        <p:spPr>
          <a:xfrm>
            <a:off x="1812798" y="2665476"/>
            <a:ext cx="3048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fw-agent-icon-b2">
            <a:extLst>
              <a:ext uri="{FF2B5EF4-FFF2-40B4-BE49-F238E27FC236}">
                <a16:creationId xmlns:a16="http://schemas.microsoft.com/office/drawing/2014/main" id="{A52D4641-AF1D-4180-AD04-18379103F7E1}"/>
              </a:ext>
            </a:extLst>
          </p:cNvPr>
          <p:cNvSpPr>
            <a:spLocks noGrp="1"/>
          </p:cNvSpPr>
          <p:nvPr/>
        </p:nvSpPr>
        <p:spPr>
          <a:xfrm>
            <a:off x="1870710" y="2634996"/>
            <a:ext cx="30480" cy="853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fw-agent-icon-b3">
            <a:extLst>
              <a:ext uri="{FF2B5EF4-FFF2-40B4-BE49-F238E27FC236}">
                <a16:creationId xmlns:a16="http://schemas.microsoft.com/office/drawing/2014/main" id="{24C062A9-F9A6-48D0-9DB8-3BB695711650}"/>
              </a:ext>
            </a:extLst>
          </p:cNvPr>
          <p:cNvSpPr>
            <a:spLocks noGrp="1"/>
          </p:cNvSpPr>
          <p:nvPr/>
        </p:nvSpPr>
        <p:spPr>
          <a:xfrm>
            <a:off x="1928622" y="2592324"/>
            <a:ext cx="304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fw-agent-icon-trend">
            <a:extLst>
              <a:ext uri="{FF2B5EF4-FFF2-40B4-BE49-F238E27FC236}">
                <a16:creationId xmlns:a16="http://schemas.microsoft.com/office/drawing/2014/main" id="{65A5DD5A-76B9-481C-8041-AA2BF85FEBC6}"/>
              </a:ext>
            </a:extLst>
          </p:cNvPr>
          <p:cNvSpPr>
            <a:spLocks noGrp="1"/>
          </p:cNvSpPr>
          <p:nvPr/>
        </p:nvSpPr>
        <p:spPr>
          <a:xfrm>
            <a:off x="1809750" y="2653284"/>
            <a:ext cx="149352" cy="0"/>
          </a:xfrm>
          <a:prstGeom prst="line">
            <a:avLst/>
          </a:prstGeom>
          <a:noFill/>
          <a:ln w="1714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fw-agent-title">
            <a:extLst>
              <a:ext uri="{FF2B5EF4-FFF2-40B4-BE49-F238E27FC236}">
                <a16:creationId xmlns:a16="http://schemas.microsoft.com/office/drawing/2014/main" id="{22DCB1D7-18A3-4322-90FF-F99F665C008E}"/>
              </a:ext>
            </a:extLst>
          </p:cNvPr>
          <p:cNvSpPr>
            <a:spLocks noGrp="1"/>
          </p:cNvSpPr>
          <p:nvPr/>
        </p:nvSpPr>
        <p:spPr>
          <a:xfrm>
            <a:off x="2152650" y="2314575"/>
            <a:ext cx="112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Better Agent</a:t>
            </a:r>
          </a:p>
        </p:txBody>
      </p:sp>
      <p:sp>
        <p:nvSpPr>
          <p:cNvPr id="57" name="fw-agent-subtitle">
            <a:extLst>
              <a:ext uri="{FF2B5EF4-FFF2-40B4-BE49-F238E27FC236}">
                <a16:creationId xmlns:a16="http://schemas.microsoft.com/office/drawing/2014/main" id="{B7DA4025-BA89-4468-8B74-CFE350186492}"/>
              </a:ext>
            </a:extLst>
          </p:cNvPr>
          <p:cNvSpPr>
            <a:spLocks noGrp="1"/>
          </p:cNvSpPr>
          <p:nvPr/>
        </p:nvSpPr>
        <p:spPr>
          <a:xfrm>
            <a:off x="2152650" y="2752725"/>
            <a:ext cx="1123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更强执行与判断</a:t>
            </a:r>
          </a:p>
        </p:txBody>
      </p:sp>
      <p:cxnSp>
        <p:nvCxnSpPr>
          <p:cNvPr id="137" name="直线箭头连接符 136"/>
          <p:cNvCxnSpPr>
            <a:stCxn id="9" idx="3"/>
            <a:endCxn id="19" idx="1"/>
          </p:cNvCxnSpPr>
          <p:nvPr/>
        </p:nvCxnSpPr>
        <p:spPr>
          <a:xfrm>
            <a:off x="6629400" y="1847850"/>
            <a:ext cx="1390650" cy="78105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38" name="直线箭头连接符 137"/>
          <p:cNvCxnSpPr>
            <a:cxnSpLocks/>
            <a:stCxn id="19" idx="2"/>
            <a:endCxn id="26" idx="0"/>
          </p:cNvCxnSpPr>
          <p:nvPr/>
        </p:nvCxnSpPr>
        <p:spPr>
          <a:xfrm>
            <a:off x="8924925" y="3048000"/>
            <a:ext cx="0" cy="112395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39" name="直线箭头连接符 138"/>
          <p:cNvCxnSpPr>
            <a:cxnSpLocks/>
            <a:stCxn id="26" idx="1"/>
            <a:endCxn id="35" idx="3"/>
          </p:cNvCxnSpPr>
          <p:nvPr/>
        </p:nvCxnSpPr>
        <p:spPr>
          <a:xfrm flipH="1">
            <a:off x="6629400" y="4591050"/>
            <a:ext cx="1390650" cy="78105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cxnSp>
        <p:nvCxnSpPr>
          <p:cNvPr id="140" name="直线箭头连接符 139"/>
          <p:cNvCxnSpPr>
            <a:cxnSpLocks/>
            <a:stCxn id="35" idx="1"/>
            <a:endCxn id="42" idx="3"/>
          </p:cNvCxnSpPr>
          <p:nvPr/>
        </p:nvCxnSpPr>
        <p:spPr>
          <a:xfrm flipH="1" flipV="1">
            <a:off x="3409950" y="4591050"/>
            <a:ext cx="1409700" cy="78105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cxnSp>
        <p:nvCxnSpPr>
          <p:cNvPr id="141" name="直线箭头连接符 140"/>
          <p:cNvCxnSpPr>
            <a:cxnSpLocks/>
            <a:stCxn id="42" idx="0"/>
            <a:endCxn id="50" idx="2"/>
          </p:cNvCxnSpPr>
          <p:nvPr/>
        </p:nvCxnSpPr>
        <p:spPr>
          <a:xfrm flipV="1">
            <a:off x="2505075" y="3048000"/>
            <a:ext cx="0" cy="112395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42" name="直线箭头连接符 141"/>
          <p:cNvCxnSpPr>
            <a:stCxn id="50" idx="3"/>
            <a:endCxn id="9" idx="1"/>
          </p:cNvCxnSpPr>
          <p:nvPr/>
        </p:nvCxnSpPr>
        <p:spPr>
          <a:xfrm flipV="1">
            <a:off x="3409950" y="1847850"/>
            <a:ext cx="1409700" cy="78105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sp>
        <p:nvSpPr>
          <p:cNvPr id="64" name="expert-shape">
            <a:extLst>
              <a:ext uri="{FF2B5EF4-FFF2-40B4-BE49-F238E27FC236}">
                <a16:creationId xmlns:a16="http://schemas.microsoft.com/office/drawing/2014/main" id="{9B6C9A21-A47E-478E-ABF2-95D7FD069144}"/>
              </a:ext>
            </a:extLst>
          </p:cNvPr>
          <p:cNvSpPr>
            <a:spLocks noGrp="1"/>
          </p:cNvSpPr>
          <p:nvPr/>
        </p:nvSpPr>
        <p:spPr>
          <a:xfrm>
            <a:off x="8020050" y="5257800"/>
            <a:ext cx="1809750" cy="514350"/>
          </a:xfrm>
          <a:prstGeom prst="roundRect">
            <a:avLst>
              <a:gd name="adj" fmla="val 22222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expert-icon-badge">
            <a:extLst>
              <a:ext uri="{FF2B5EF4-FFF2-40B4-BE49-F238E27FC236}">
                <a16:creationId xmlns:a16="http://schemas.microsoft.com/office/drawing/2014/main" id="{0071F092-6174-4F19-9818-9C523EF41721}"/>
              </a:ext>
            </a:extLst>
          </p:cNvPr>
          <p:cNvSpPr>
            <a:spLocks noGrp="1"/>
          </p:cNvSpPr>
          <p:nvPr/>
        </p:nvSpPr>
        <p:spPr>
          <a:xfrm>
            <a:off x="8153400" y="5391150"/>
            <a:ext cx="247650" cy="2476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expert-icon-head">
            <a:extLst>
              <a:ext uri="{FF2B5EF4-FFF2-40B4-BE49-F238E27FC236}">
                <a16:creationId xmlns:a16="http://schemas.microsoft.com/office/drawing/2014/main" id="{5FE6E6F5-CF7A-431D-8306-F4861D30F9D0}"/>
              </a:ext>
            </a:extLst>
          </p:cNvPr>
          <p:cNvSpPr>
            <a:spLocks noGrp="1"/>
          </p:cNvSpPr>
          <p:nvPr/>
        </p:nvSpPr>
        <p:spPr>
          <a:xfrm>
            <a:off x="8252460" y="5450586"/>
            <a:ext cx="49530" cy="4953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expert-icon-body">
            <a:extLst>
              <a:ext uri="{FF2B5EF4-FFF2-40B4-BE49-F238E27FC236}">
                <a16:creationId xmlns:a16="http://schemas.microsoft.com/office/drawing/2014/main" id="{94568BDF-2B6F-4CF7-BA06-AF1B4D2C6070}"/>
              </a:ext>
            </a:extLst>
          </p:cNvPr>
          <p:cNvSpPr>
            <a:spLocks noGrp="1"/>
          </p:cNvSpPr>
          <p:nvPr/>
        </p:nvSpPr>
        <p:spPr>
          <a:xfrm>
            <a:off x="8217789" y="5527358"/>
            <a:ext cx="118872" cy="59436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expert-title">
            <a:extLst>
              <a:ext uri="{FF2B5EF4-FFF2-40B4-BE49-F238E27FC236}">
                <a16:creationId xmlns:a16="http://schemas.microsoft.com/office/drawing/2014/main" id="{593FE2C9-A029-4413-BE6F-5A2F9594BAED}"/>
              </a:ext>
            </a:extLst>
          </p:cNvPr>
          <p:cNvSpPr>
            <a:spLocks noGrp="1"/>
          </p:cNvSpPr>
          <p:nvPr/>
        </p:nvSpPr>
        <p:spPr>
          <a:xfrm>
            <a:off x="8515350" y="536257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Expert Review</a:t>
            </a:r>
          </a:p>
        </p:txBody>
      </p:sp>
      <p:sp>
        <p:nvSpPr>
          <p:cNvPr id="69" name="expert-subtitle">
            <a:extLst>
              <a:ext uri="{FF2B5EF4-FFF2-40B4-BE49-F238E27FC236}">
                <a16:creationId xmlns:a16="http://schemas.microsoft.com/office/drawing/2014/main" id="{58B011E8-93CC-40F6-A31A-986B52667EBE}"/>
              </a:ext>
            </a:extLst>
          </p:cNvPr>
          <p:cNvSpPr>
            <a:spLocks noGrp="1"/>
          </p:cNvSpPr>
          <p:nvPr/>
        </p:nvSpPr>
        <p:spPr>
          <a:xfrm>
            <a:off x="8515350" y="5610225"/>
            <a:ext cx="1181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97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preference / critique</a:t>
            </a:r>
          </a:p>
        </p:txBody>
      </p:sp>
      <p:sp>
        <p:nvSpPr>
          <p:cNvPr id="70" name="wet-shape">
            <a:extLst>
              <a:ext uri="{FF2B5EF4-FFF2-40B4-BE49-F238E27FC236}">
                <a16:creationId xmlns:a16="http://schemas.microsoft.com/office/drawing/2014/main" id="{E2FDD974-AE81-4CA4-B500-41836008484B}"/>
              </a:ext>
            </a:extLst>
          </p:cNvPr>
          <p:cNvSpPr>
            <a:spLocks noGrp="1"/>
          </p:cNvSpPr>
          <p:nvPr/>
        </p:nvSpPr>
        <p:spPr>
          <a:xfrm>
            <a:off x="4953000" y="5829300"/>
            <a:ext cx="2476500" cy="514350"/>
          </a:xfrm>
          <a:prstGeom prst="roundRect">
            <a:avLst>
              <a:gd name="adj" fmla="val 22222"/>
            </a:avLst>
          </a:prstGeom>
          <a:solidFill>
            <a:srgbClr val="FFF3EE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wet-icon-badge">
            <a:extLst>
              <a:ext uri="{FF2B5EF4-FFF2-40B4-BE49-F238E27FC236}">
                <a16:creationId xmlns:a16="http://schemas.microsoft.com/office/drawing/2014/main" id="{D2724D5F-23BC-46E4-B55A-F6347041C7B3}"/>
              </a:ext>
            </a:extLst>
          </p:cNvPr>
          <p:cNvSpPr>
            <a:spLocks noGrp="1"/>
          </p:cNvSpPr>
          <p:nvPr/>
        </p:nvSpPr>
        <p:spPr>
          <a:xfrm>
            <a:off x="5086350" y="5953125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wet-icon-tube">
            <a:extLst>
              <a:ext uri="{FF2B5EF4-FFF2-40B4-BE49-F238E27FC236}">
                <a16:creationId xmlns:a16="http://schemas.microsoft.com/office/drawing/2014/main" id="{783EFE59-22A3-43BB-B2FC-BA904695E098}"/>
              </a:ext>
            </a:extLst>
          </p:cNvPr>
          <p:cNvSpPr>
            <a:spLocks noGrp="1"/>
          </p:cNvSpPr>
          <p:nvPr/>
        </p:nvSpPr>
        <p:spPr>
          <a:xfrm>
            <a:off x="5179695" y="6022467"/>
            <a:ext cx="80010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wet-icon-fluid">
            <a:extLst>
              <a:ext uri="{FF2B5EF4-FFF2-40B4-BE49-F238E27FC236}">
                <a16:creationId xmlns:a16="http://schemas.microsoft.com/office/drawing/2014/main" id="{B83C239F-45FB-493B-B976-18BE78B814E4}"/>
              </a:ext>
            </a:extLst>
          </p:cNvPr>
          <p:cNvSpPr>
            <a:spLocks noGrp="1"/>
          </p:cNvSpPr>
          <p:nvPr/>
        </p:nvSpPr>
        <p:spPr>
          <a:xfrm>
            <a:off x="5187696" y="6105144"/>
            <a:ext cx="64008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wet-icon-neck">
            <a:extLst>
              <a:ext uri="{FF2B5EF4-FFF2-40B4-BE49-F238E27FC236}">
                <a16:creationId xmlns:a16="http://schemas.microsoft.com/office/drawing/2014/main" id="{95C95836-15FA-417D-97BC-D4FA0499F977}"/>
              </a:ext>
            </a:extLst>
          </p:cNvPr>
          <p:cNvSpPr>
            <a:spLocks noGrp="1"/>
          </p:cNvSpPr>
          <p:nvPr/>
        </p:nvSpPr>
        <p:spPr>
          <a:xfrm>
            <a:off x="5198364" y="6006465"/>
            <a:ext cx="42672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wet-title">
            <a:extLst>
              <a:ext uri="{FF2B5EF4-FFF2-40B4-BE49-F238E27FC236}">
                <a16:creationId xmlns:a16="http://schemas.microsoft.com/office/drawing/2014/main" id="{6EC46D60-8B72-4179-880B-9D295513CE71}"/>
              </a:ext>
            </a:extLst>
          </p:cNvPr>
          <p:cNvSpPr>
            <a:spLocks noGrp="1"/>
          </p:cNvSpPr>
          <p:nvPr/>
        </p:nvSpPr>
        <p:spPr>
          <a:xfrm>
            <a:off x="5467350" y="593407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A5F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A5F26"/>
                </a:solidFill>
                <a:latin typeface="PingFang SC"/>
                <a:ea typeface="PingFang SC"/>
                <a:cs typeface="PingFang SC"/>
              </a:rPr>
              <a:t>Wet-lab Feedback</a:t>
            </a:r>
          </a:p>
        </p:txBody>
      </p:sp>
      <p:sp>
        <p:nvSpPr>
          <p:cNvPr id="76" name="wet-subtitle">
            <a:extLst>
              <a:ext uri="{FF2B5EF4-FFF2-40B4-BE49-F238E27FC236}">
                <a16:creationId xmlns:a16="http://schemas.microsoft.com/office/drawing/2014/main" id="{A53D0621-65CD-441A-A924-F607D1428053}"/>
              </a:ext>
            </a:extLst>
          </p:cNvPr>
          <p:cNvSpPr>
            <a:spLocks noGrp="1"/>
          </p:cNvSpPr>
          <p:nvPr/>
        </p:nvSpPr>
        <p:spPr>
          <a:xfrm>
            <a:off x="5467350" y="6162675"/>
            <a:ext cx="1828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97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binding / function / phenotype</a:t>
            </a:r>
          </a:p>
        </p:txBody>
      </p:sp>
      <p:cxnSp>
        <p:nvCxnSpPr>
          <p:cNvPr id="156" name="直线箭头连接符 155"/>
          <p:cNvCxnSpPr>
            <a:stCxn id="64" idx="0"/>
            <a:endCxn id="26" idx="2"/>
          </p:cNvCxnSpPr>
          <p:nvPr/>
        </p:nvCxnSpPr>
        <p:spPr>
          <a:xfrm flipV="1">
            <a:off x="8924925" y="5010150"/>
            <a:ext cx="0" cy="247650"/>
          </a:xfrm>
          <a:prstGeom prst="straightConnector1">
            <a:avLst/>
          </a:prstGeom>
          <a:ln w="17145">
            <a:solidFill>
              <a:srgbClr val="62666A"/>
            </a:solidFill>
            <a:prstDash val="dash"/>
            <a:tailEnd type="triangle" w="sm" len="sm"/>
          </a:ln>
        </p:spPr>
      </p:cxnSp>
      <p:cxnSp>
        <p:nvCxnSpPr>
          <p:cNvPr id="157" name="直线箭头连接符 156"/>
          <p:cNvCxnSpPr>
            <a:stCxn id="70" idx="0"/>
            <a:endCxn id="35" idx="2"/>
          </p:cNvCxnSpPr>
          <p:nvPr/>
        </p:nvCxnSpPr>
        <p:spPr>
          <a:xfrm flipH="1" flipV="1">
            <a:off x="5724525" y="5791200"/>
            <a:ext cx="466725" cy="38100"/>
          </a:xfrm>
          <a:prstGeom prst="straightConnector1">
            <a:avLst/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sp>
        <p:nvSpPr>
          <p:cNvPr id="79" name="slide-no-2">
            <a:extLst>
              <a:ext uri="{FF2B5EF4-FFF2-40B4-BE49-F238E27FC236}">
                <a16:creationId xmlns:a16="http://schemas.microsoft.com/office/drawing/2014/main" id="{311372FC-A0AB-4CA9-B5E8-2ED156D9AB82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r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50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age-kicker">
            <a:extLst>
              <a:ext uri="{FF2B5EF4-FFF2-40B4-BE49-F238E27FC236}">
                <a16:creationId xmlns:a16="http://schemas.microsoft.com/office/drawing/2014/main" id="{407F981A-B812-4155-A292-5F58A144686D}"/>
              </a:ext>
            </a:extLst>
          </p:cNvPr>
          <p:cNvSpPr>
            <a:spLocks noGrp="1"/>
          </p:cNvSpPr>
          <p:nvPr/>
        </p:nvSpPr>
        <p:spPr>
          <a:xfrm>
            <a:off x="419100" y="2476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FRONTIS SCIENCE HORIZON</a:t>
            </a:r>
          </a:p>
        </p:txBody>
      </p:sp>
      <p:sp>
        <p:nvSpPr>
          <p:cNvPr id="2" name="page-title">
            <a:extLst>
              <a:ext uri="{FF2B5EF4-FFF2-40B4-BE49-F238E27FC236}">
                <a16:creationId xmlns:a16="http://schemas.microsoft.com/office/drawing/2014/main" id="{300CF2E4-C54B-4DF6-9880-CBE531CD9EF2}"/>
              </a:ext>
            </a:extLst>
          </p:cNvPr>
          <p:cNvSpPr>
            <a:spLocks noGrp="1"/>
          </p:cNvSpPr>
          <p:nvPr/>
        </p:nvSpPr>
        <p:spPr>
          <a:xfrm>
            <a:off x="419100" y="5143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>
              <a:lnSpc>
                <a:spcPct val="100000"/>
              </a:lnSpc>
              <a:buNone/>
              <a:def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第一垂直场景：Target-to-Binder 闭环</a:t>
            </a:r>
          </a:p>
        </p:txBody>
      </p:sp>
      <p:sp>
        <p:nvSpPr>
          <p:cNvPr id="3" name="page-subtitle">
            <a:extLst>
              <a:ext uri="{FF2B5EF4-FFF2-40B4-BE49-F238E27FC236}">
                <a16:creationId xmlns:a16="http://schemas.microsoft.com/office/drawing/2014/main" id="{BF14E19C-FD2E-448A-8BE2-9D5CE16976C6}"/>
              </a:ext>
            </a:extLst>
          </p:cNvPr>
          <p:cNvSpPr>
            <a:spLocks noGrp="1"/>
          </p:cNvSpPr>
          <p:nvPr/>
        </p:nvSpPr>
        <p:spPr>
          <a:xfrm>
            <a:off x="8667750" y="5334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r">
              <a:lnSpc>
                <a:spcPct val="110000"/>
              </a:lnSpc>
              <a:buNone/>
              <a:defRPr sz="13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Protein Design + Organ-chip Reward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F26DF8C7-0375-4AFF-AF16-720AB826CAE3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13538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tage-target-icon-badge">
            <a:extLst>
              <a:ext uri="{FF2B5EF4-FFF2-40B4-BE49-F238E27FC236}">
                <a16:creationId xmlns:a16="http://schemas.microsoft.com/office/drawing/2014/main" id="{431CBDE8-97D9-4A33-AD94-66DC91F19E9A}"/>
              </a:ext>
            </a:extLst>
          </p:cNvPr>
          <p:cNvSpPr>
            <a:spLocks noGrp="1"/>
          </p:cNvSpPr>
          <p:nvPr/>
        </p:nvSpPr>
        <p:spPr>
          <a:xfrm>
            <a:off x="101917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tage-target-icon-outer">
            <a:extLst>
              <a:ext uri="{FF2B5EF4-FFF2-40B4-BE49-F238E27FC236}">
                <a16:creationId xmlns:a16="http://schemas.microsoft.com/office/drawing/2014/main" id="{967DD073-4DCC-4B36-998E-62C8B4A7A538}"/>
              </a:ext>
            </a:extLst>
          </p:cNvPr>
          <p:cNvSpPr>
            <a:spLocks noGrp="1"/>
          </p:cNvSpPr>
          <p:nvPr/>
        </p:nvSpPr>
        <p:spPr>
          <a:xfrm>
            <a:off x="1096899" y="1716024"/>
            <a:ext cx="168402" cy="168402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tage-target-icon-mid">
            <a:extLst>
              <a:ext uri="{FF2B5EF4-FFF2-40B4-BE49-F238E27FC236}">
                <a16:creationId xmlns:a16="http://schemas.microsoft.com/office/drawing/2014/main" id="{5A416281-FD9B-4F72-BB17-3368DED96134}"/>
              </a:ext>
            </a:extLst>
          </p:cNvPr>
          <p:cNvSpPr>
            <a:spLocks noGrp="1"/>
          </p:cNvSpPr>
          <p:nvPr/>
        </p:nvSpPr>
        <p:spPr>
          <a:xfrm>
            <a:off x="1129284" y="1748409"/>
            <a:ext cx="103632" cy="103632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tage-target-icon-inner">
            <a:extLst>
              <a:ext uri="{FF2B5EF4-FFF2-40B4-BE49-F238E27FC236}">
                <a16:creationId xmlns:a16="http://schemas.microsoft.com/office/drawing/2014/main" id="{C05C2646-C0DA-450A-BFF0-A20868E3D857}"/>
              </a:ext>
            </a:extLst>
          </p:cNvPr>
          <p:cNvSpPr>
            <a:spLocks noGrp="1"/>
          </p:cNvSpPr>
          <p:nvPr/>
        </p:nvSpPr>
        <p:spPr>
          <a:xfrm>
            <a:off x="1164908" y="1784033"/>
            <a:ext cx="32385" cy="32385"/>
          </a:xfrm>
          <a:prstGeom prst="ellipse">
            <a:avLst/>
          </a:prstGeom>
          <a:solidFill>
            <a:srgbClr val="050505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tage-target-shape">
            <a:extLst>
              <a:ext uri="{FF2B5EF4-FFF2-40B4-BE49-F238E27FC236}">
                <a16:creationId xmlns:a16="http://schemas.microsoft.com/office/drawing/2014/main" id="{5AA6A2CB-5B8F-419F-82E3-A1BA44621E4E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tage-target-title">
            <a:extLst>
              <a:ext uri="{FF2B5EF4-FFF2-40B4-BE49-F238E27FC236}">
                <a16:creationId xmlns:a16="http://schemas.microsoft.com/office/drawing/2014/main" id="{5EA25F6F-A46D-4C80-992B-501B9D0E9CDA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Target</a:t>
            </a:r>
          </a:p>
        </p:txBody>
      </p:sp>
      <p:sp>
        <p:nvSpPr>
          <p:cNvPr id="11" name="stage-target-subtitle">
            <a:extLst>
              <a:ext uri="{FF2B5EF4-FFF2-40B4-BE49-F238E27FC236}">
                <a16:creationId xmlns:a16="http://schemas.microsoft.com/office/drawing/2014/main" id="{3D6A648B-DFB4-4A52-BCAB-45CF613CD3DD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疾病 / 通路 / 结构</a:t>
            </a:r>
          </a:p>
        </p:txBody>
      </p:sp>
      <p:sp>
        <p:nvSpPr>
          <p:cNvPr id="12" name="stage-card-icon-badge">
            <a:extLst>
              <a:ext uri="{FF2B5EF4-FFF2-40B4-BE49-F238E27FC236}">
                <a16:creationId xmlns:a16="http://schemas.microsoft.com/office/drawing/2014/main" id="{1BCF47C7-64AC-4517-8E73-2F5622A9CE0D}"/>
              </a:ext>
            </a:extLst>
          </p:cNvPr>
          <p:cNvSpPr>
            <a:spLocks noGrp="1"/>
          </p:cNvSpPr>
          <p:nvPr/>
        </p:nvSpPr>
        <p:spPr>
          <a:xfrm>
            <a:off x="240982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tage-card-icon-doc">
            <a:extLst>
              <a:ext uri="{FF2B5EF4-FFF2-40B4-BE49-F238E27FC236}">
                <a16:creationId xmlns:a16="http://schemas.microsoft.com/office/drawing/2014/main" id="{18E698F4-B079-4969-AF04-630E24B8DE9D}"/>
              </a:ext>
            </a:extLst>
          </p:cNvPr>
          <p:cNvSpPr>
            <a:spLocks noGrp="1"/>
          </p:cNvSpPr>
          <p:nvPr/>
        </p:nvSpPr>
        <p:spPr>
          <a:xfrm>
            <a:off x="2506980" y="1716024"/>
            <a:ext cx="129540" cy="16840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tage-card-icon-line1">
            <a:extLst>
              <a:ext uri="{FF2B5EF4-FFF2-40B4-BE49-F238E27FC236}">
                <a16:creationId xmlns:a16="http://schemas.microsoft.com/office/drawing/2014/main" id="{C84FBD45-A972-4D84-B1F3-A9289EA68114}"/>
              </a:ext>
            </a:extLst>
          </p:cNvPr>
          <p:cNvSpPr>
            <a:spLocks noGrp="1"/>
          </p:cNvSpPr>
          <p:nvPr/>
        </p:nvSpPr>
        <p:spPr>
          <a:xfrm>
            <a:off x="2539365" y="1767840"/>
            <a:ext cx="71247" cy="0"/>
          </a:xfrm>
          <a:prstGeom prst="line">
            <a:avLst/>
          </a:prstGeom>
          <a:noFill/>
          <a:ln w="1524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tage-card-icon-line2">
            <a:extLst>
              <a:ext uri="{FF2B5EF4-FFF2-40B4-BE49-F238E27FC236}">
                <a16:creationId xmlns:a16="http://schemas.microsoft.com/office/drawing/2014/main" id="{719618F8-EB6D-4FBB-8B68-08FC7CB9F46D}"/>
              </a:ext>
            </a:extLst>
          </p:cNvPr>
          <p:cNvSpPr>
            <a:spLocks noGrp="1"/>
          </p:cNvSpPr>
          <p:nvPr/>
        </p:nvSpPr>
        <p:spPr>
          <a:xfrm>
            <a:off x="2539365" y="1813179"/>
            <a:ext cx="71247" cy="0"/>
          </a:xfrm>
          <a:prstGeom prst="line">
            <a:avLst/>
          </a:prstGeom>
          <a:noFill/>
          <a:ln w="1524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tage-card-icon-line3">
            <a:extLst>
              <a:ext uri="{FF2B5EF4-FFF2-40B4-BE49-F238E27FC236}">
                <a16:creationId xmlns:a16="http://schemas.microsoft.com/office/drawing/2014/main" id="{3CFF1265-4B11-4D41-9A5B-A18917353944}"/>
              </a:ext>
            </a:extLst>
          </p:cNvPr>
          <p:cNvSpPr>
            <a:spLocks noGrp="1"/>
          </p:cNvSpPr>
          <p:nvPr/>
        </p:nvSpPr>
        <p:spPr>
          <a:xfrm>
            <a:off x="2539365" y="1858518"/>
            <a:ext cx="48577" cy="0"/>
          </a:xfrm>
          <a:prstGeom prst="line">
            <a:avLst/>
          </a:prstGeom>
          <a:noFill/>
          <a:ln w="1524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tage-card-shape">
            <a:extLst>
              <a:ext uri="{FF2B5EF4-FFF2-40B4-BE49-F238E27FC236}">
                <a16:creationId xmlns:a16="http://schemas.microsoft.com/office/drawing/2014/main" id="{D8AB2BEC-5F87-4913-9F35-8DF91B6D0789}"/>
              </a:ext>
            </a:extLst>
          </p:cNvPr>
          <p:cNvSpPr>
            <a:spLocks noGrp="1"/>
          </p:cNvSpPr>
          <p:nvPr/>
        </p:nvSpPr>
        <p:spPr>
          <a:xfrm>
            <a:off x="194310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E9FBFD"/>
          </a:solidFill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tage-card-title">
            <a:extLst>
              <a:ext uri="{FF2B5EF4-FFF2-40B4-BE49-F238E27FC236}">
                <a16:creationId xmlns:a16="http://schemas.microsoft.com/office/drawing/2014/main" id="{CAC1D52D-D4FD-4942-B3A9-D362C6BCD2B9}"/>
              </a:ext>
            </a:extLst>
          </p:cNvPr>
          <p:cNvSpPr>
            <a:spLocks noGrp="1"/>
          </p:cNvSpPr>
          <p:nvPr/>
        </p:nvSpPr>
        <p:spPr>
          <a:xfrm>
            <a:off x="207645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Target Card</a:t>
            </a:r>
          </a:p>
        </p:txBody>
      </p:sp>
      <p:sp>
        <p:nvSpPr>
          <p:cNvPr id="19" name="stage-card-subtitle">
            <a:extLst>
              <a:ext uri="{FF2B5EF4-FFF2-40B4-BE49-F238E27FC236}">
                <a16:creationId xmlns:a16="http://schemas.microsoft.com/office/drawing/2014/main" id="{26682E5A-302E-401E-A12E-A5414739D2D3}"/>
              </a:ext>
            </a:extLst>
          </p:cNvPr>
          <p:cNvSpPr>
            <a:spLocks noGrp="1"/>
          </p:cNvSpPr>
          <p:nvPr/>
        </p:nvSpPr>
        <p:spPr>
          <a:xfrm>
            <a:off x="207645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claim · evidence</a:t>
            </a:r>
          </a:p>
        </p:txBody>
      </p:sp>
      <p:sp>
        <p:nvSpPr>
          <p:cNvPr id="20" name="stage-strategy-icon-badge">
            <a:extLst>
              <a:ext uri="{FF2B5EF4-FFF2-40B4-BE49-F238E27FC236}">
                <a16:creationId xmlns:a16="http://schemas.microsoft.com/office/drawing/2014/main" id="{4FAA3237-25D6-46E1-9F8A-69A7EC081D0A}"/>
              </a:ext>
            </a:extLst>
          </p:cNvPr>
          <p:cNvSpPr>
            <a:spLocks noGrp="1"/>
          </p:cNvSpPr>
          <p:nvPr/>
        </p:nvSpPr>
        <p:spPr>
          <a:xfrm>
            <a:off x="380047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tage-strategy-icon-diamond">
            <a:extLst>
              <a:ext uri="{FF2B5EF4-FFF2-40B4-BE49-F238E27FC236}">
                <a16:creationId xmlns:a16="http://schemas.microsoft.com/office/drawing/2014/main" id="{CEB85755-0CDD-491E-88F5-B9D8A27ADC98}"/>
              </a:ext>
            </a:extLst>
          </p:cNvPr>
          <p:cNvSpPr>
            <a:spLocks noGrp="1"/>
          </p:cNvSpPr>
          <p:nvPr/>
        </p:nvSpPr>
        <p:spPr>
          <a:xfrm>
            <a:off x="3897630" y="1735455"/>
            <a:ext cx="129540" cy="129540"/>
          </a:xfrm>
          <a:prstGeom prst="diamond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tage-strategy-icon-axis1">
            <a:extLst>
              <a:ext uri="{FF2B5EF4-FFF2-40B4-BE49-F238E27FC236}">
                <a16:creationId xmlns:a16="http://schemas.microsoft.com/office/drawing/2014/main" id="{F11287AB-1B2A-4E20-8C30-E5948050DECC}"/>
              </a:ext>
            </a:extLst>
          </p:cNvPr>
          <p:cNvSpPr>
            <a:spLocks noGrp="1"/>
          </p:cNvSpPr>
          <p:nvPr/>
        </p:nvSpPr>
        <p:spPr>
          <a:xfrm>
            <a:off x="3930015" y="1800225"/>
            <a:ext cx="64770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tage-strategy-icon-axis2">
            <a:extLst>
              <a:ext uri="{FF2B5EF4-FFF2-40B4-BE49-F238E27FC236}">
                <a16:creationId xmlns:a16="http://schemas.microsoft.com/office/drawing/2014/main" id="{A4AD2C86-C3A1-4AEC-B889-356EA99772E8}"/>
              </a:ext>
            </a:extLst>
          </p:cNvPr>
          <p:cNvSpPr>
            <a:spLocks noGrp="1"/>
          </p:cNvSpPr>
          <p:nvPr/>
        </p:nvSpPr>
        <p:spPr>
          <a:xfrm>
            <a:off x="3962400" y="1767840"/>
            <a:ext cx="0" cy="6477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tage-strategy-shape">
            <a:extLst>
              <a:ext uri="{FF2B5EF4-FFF2-40B4-BE49-F238E27FC236}">
                <a16:creationId xmlns:a16="http://schemas.microsoft.com/office/drawing/2014/main" id="{C5CE9DBD-E7D5-4FC2-A8F0-0FB96D858718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tage-strategy-title">
            <a:extLst>
              <a:ext uri="{FF2B5EF4-FFF2-40B4-BE49-F238E27FC236}">
                <a16:creationId xmlns:a16="http://schemas.microsoft.com/office/drawing/2014/main" id="{2086FE8B-786A-4249-B8B9-8EEC7781F673}"/>
              </a:ext>
            </a:extLst>
          </p:cNvPr>
          <p:cNvSpPr>
            <a:spLocks noGrp="1"/>
          </p:cNvSpPr>
          <p:nvPr/>
        </p:nvSpPr>
        <p:spPr>
          <a:xfrm>
            <a:off x="346710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Strategy</a:t>
            </a:r>
          </a:p>
        </p:txBody>
      </p:sp>
      <p:sp>
        <p:nvSpPr>
          <p:cNvPr id="26" name="stage-strategy-subtitle">
            <a:extLst>
              <a:ext uri="{FF2B5EF4-FFF2-40B4-BE49-F238E27FC236}">
                <a16:creationId xmlns:a16="http://schemas.microsoft.com/office/drawing/2014/main" id="{C1C8B9B7-9242-454B-9DE2-927ACA7C4C77}"/>
              </a:ext>
            </a:extLst>
          </p:cNvPr>
          <p:cNvSpPr>
            <a:spLocks noGrp="1"/>
          </p:cNvSpPr>
          <p:nvPr/>
        </p:nvSpPr>
        <p:spPr>
          <a:xfrm>
            <a:off x="346710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机制与约束</a:t>
            </a:r>
          </a:p>
        </p:txBody>
      </p:sp>
      <p:sp>
        <p:nvSpPr>
          <p:cNvPr id="27" name="stage-gen-icon-badge">
            <a:extLst>
              <a:ext uri="{FF2B5EF4-FFF2-40B4-BE49-F238E27FC236}">
                <a16:creationId xmlns:a16="http://schemas.microsoft.com/office/drawing/2014/main" id="{FA618E4A-D9D0-47B5-A148-AD9AAF9920EE}"/>
              </a:ext>
            </a:extLst>
          </p:cNvPr>
          <p:cNvSpPr>
            <a:spLocks noGrp="1"/>
          </p:cNvSpPr>
          <p:nvPr/>
        </p:nvSpPr>
        <p:spPr>
          <a:xfrm>
            <a:off x="519112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tage-gen-icon-p1">
            <a:extLst>
              <a:ext uri="{FF2B5EF4-FFF2-40B4-BE49-F238E27FC236}">
                <a16:creationId xmlns:a16="http://schemas.microsoft.com/office/drawing/2014/main" id="{8EB811EB-B2A8-4BF6-AC42-85E3C0CDDA44}"/>
              </a:ext>
            </a:extLst>
          </p:cNvPr>
          <p:cNvSpPr>
            <a:spLocks noGrp="1"/>
          </p:cNvSpPr>
          <p:nvPr/>
        </p:nvSpPr>
        <p:spPr>
          <a:xfrm>
            <a:off x="5259134" y="1758125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tage-gen-icon-p2">
            <a:extLst>
              <a:ext uri="{FF2B5EF4-FFF2-40B4-BE49-F238E27FC236}">
                <a16:creationId xmlns:a16="http://schemas.microsoft.com/office/drawing/2014/main" id="{433AFF97-6256-41F2-8229-20BA9FB6D7C2}"/>
              </a:ext>
            </a:extLst>
          </p:cNvPr>
          <p:cNvSpPr>
            <a:spLocks noGrp="1"/>
          </p:cNvSpPr>
          <p:nvPr/>
        </p:nvSpPr>
        <p:spPr>
          <a:xfrm>
            <a:off x="5310949" y="1816418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tage-gen-icon-p3">
            <a:extLst>
              <a:ext uri="{FF2B5EF4-FFF2-40B4-BE49-F238E27FC236}">
                <a16:creationId xmlns:a16="http://schemas.microsoft.com/office/drawing/2014/main" id="{97D6017E-C18A-47F1-929C-F8F363A8311C}"/>
              </a:ext>
            </a:extLst>
          </p:cNvPr>
          <p:cNvSpPr>
            <a:spLocks noGrp="1"/>
          </p:cNvSpPr>
          <p:nvPr/>
        </p:nvSpPr>
        <p:spPr>
          <a:xfrm>
            <a:off x="5362766" y="1751648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tage-gen-icon-p4">
            <a:extLst>
              <a:ext uri="{FF2B5EF4-FFF2-40B4-BE49-F238E27FC236}">
                <a16:creationId xmlns:a16="http://schemas.microsoft.com/office/drawing/2014/main" id="{DE4144ED-6075-4120-9926-4D569BB7687D}"/>
              </a:ext>
            </a:extLst>
          </p:cNvPr>
          <p:cNvSpPr>
            <a:spLocks noGrp="1"/>
          </p:cNvSpPr>
          <p:nvPr/>
        </p:nvSpPr>
        <p:spPr>
          <a:xfrm>
            <a:off x="5414581" y="1809941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tage-gen-icon-p12">
            <a:extLst>
              <a:ext uri="{FF2B5EF4-FFF2-40B4-BE49-F238E27FC236}">
                <a16:creationId xmlns:a16="http://schemas.microsoft.com/office/drawing/2014/main" id="{475897A8-007D-45E0-AA2A-04ED76A1ED51}"/>
              </a:ext>
            </a:extLst>
          </p:cNvPr>
          <p:cNvSpPr>
            <a:spLocks noGrp="1"/>
          </p:cNvSpPr>
          <p:nvPr/>
        </p:nvSpPr>
        <p:spPr>
          <a:xfrm>
            <a:off x="5288280" y="1784033"/>
            <a:ext cx="25908" cy="38862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tage-gen-icon-p23">
            <a:extLst>
              <a:ext uri="{FF2B5EF4-FFF2-40B4-BE49-F238E27FC236}">
                <a16:creationId xmlns:a16="http://schemas.microsoft.com/office/drawing/2014/main" id="{A2B6ED0F-277B-4B32-A55D-AB0E69B2D275}"/>
              </a:ext>
            </a:extLst>
          </p:cNvPr>
          <p:cNvSpPr>
            <a:spLocks noGrp="1"/>
          </p:cNvSpPr>
          <p:nvPr/>
        </p:nvSpPr>
        <p:spPr>
          <a:xfrm>
            <a:off x="5340096" y="1822895"/>
            <a:ext cx="25908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tage-gen-icon-p34">
            <a:extLst>
              <a:ext uri="{FF2B5EF4-FFF2-40B4-BE49-F238E27FC236}">
                <a16:creationId xmlns:a16="http://schemas.microsoft.com/office/drawing/2014/main" id="{65F29CC6-D13A-4314-A012-C33283D30BEE}"/>
              </a:ext>
            </a:extLst>
          </p:cNvPr>
          <p:cNvSpPr>
            <a:spLocks noGrp="1"/>
          </p:cNvSpPr>
          <p:nvPr/>
        </p:nvSpPr>
        <p:spPr>
          <a:xfrm>
            <a:off x="5391912" y="1777556"/>
            <a:ext cx="25908" cy="38862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tage-gen-shape">
            <a:extLst>
              <a:ext uri="{FF2B5EF4-FFF2-40B4-BE49-F238E27FC236}">
                <a16:creationId xmlns:a16="http://schemas.microsoft.com/office/drawing/2014/main" id="{05E1135D-2F45-4A6B-8242-3C3FD0407D01}"/>
              </a:ext>
            </a:extLst>
          </p:cNvPr>
          <p:cNvSpPr>
            <a:spLocks noGrp="1"/>
          </p:cNvSpPr>
          <p:nvPr/>
        </p:nvSpPr>
        <p:spPr>
          <a:xfrm>
            <a:off x="472440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tage-gen-title">
            <a:extLst>
              <a:ext uri="{FF2B5EF4-FFF2-40B4-BE49-F238E27FC236}">
                <a16:creationId xmlns:a16="http://schemas.microsoft.com/office/drawing/2014/main" id="{50D6611F-233E-4494-B425-9758120EFDFE}"/>
              </a:ext>
            </a:extLst>
          </p:cNvPr>
          <p:cNvSpPr>
            <a:spLocks noGrp="1"/>
          </p:cNvSpPr>
          <p:nvPr/>
        </p:nvSpPr>
        <p:spPr>
          <a:xfrm>
            <a:off x="485775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Candidate</a:t>
            </a:r>
          </a:p>
        </p:txBody>
      </p:sp>
      <p:sp>
        <p:nvSpPr>
          <p:cNvPr id="37" name="stage-gen-subtitle">
            <a:extLst>
              <a:ext uri="{FF2B5EF4-FFF2-40B4-BE49-F238E27FC236}">
                <a16:creationId xmlns:a16="http://schemas.microsoft.com/office/drawing/2014/main" id="{9C67B12D-BF43-4F35-8D8C-8CE6DC2487A6}"/>
              </a:ext>
            </a:extLst>
          </p:cNvPr>
          <p:cNvSpPr>
            <a:spLocks noGrp="1"/>
          </p:cNvSpPr>
          <p:nvPr/>
        </p:nvSpPr>
        <p:spPr>
          <a:xfrm>
            <a:off x="485775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序列 / 结构</a:t>
            </a:r>
          </a:p>
        </p:txBody>
      </p:sp>
      <p:sp>
        <p:nvSpPr>
          <p:cNvPr id="38" name="stage-rank-icon-badge">
            <a:extLst>
              <a:ext uri="{FF2B5EF4-FFF2-40B4-BE49-F238E27FC236}">
                <a16:creationId xmlns:a16="http://schemas.microsoft.com/office/drawing/2014/main" id="{1362F623-AAF8-4605-AE30-83FD8E923B3B}"/>
              </a:ext>
            </a:extLst>
          </p:cNvPr>
          <p:cNvSpPr>
            <a:spLocks noGrp="1"/>
          </p:cNvSpPr>
          <p:nvPr/>
        </p:nvSpPr>
        <p:spPr>
          <a:xfrm>
            <a:off x="658177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tage-rank-icon-t1">
            <a:extLst>
              <a:ext uri="{FF2B5EF4-FFF2-40B4-BE49-F238E27FC236}">
                <a16:creationId xmlns:a16="http://schemas.microsoft.com/office/drawing/2014/main" id="{2B77FF17-784A-4B62-A2BD-2C8A6AE21839}"/>
              </a:ext>
            </a:extLst>
          </p:cNvPr>
          <p:cNvSpPr>
            <a:spLocks noGrp="1"/>
          </p:cNvSpPr>
          <p:nvPr/>
        </p:nvSpPr>
        <p:spPr>
          <a:xfrm>
            <a:off x="6649784" y="1842326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tage-rank-icon-t2">
            <a:extLst>
              <a:ext uri="{FF2B5EF4-FFF2-40B4-BE49-F238E27FC236}">
                <a16:creationId xmlns:a16="http://schemas.microsoft.com/office/drawing/2014/main" id="{13843F0E-3D53-4488-89D4-77AE5CFAF38D}"/>
              </a:ext>
            </a:extLst>
          </p:cNvPr>
          <p:cNvSpPr>
            <a:spLocks noGrp="1"/>
          </p:cNvSpPr>
          <p:nvPr/>
        </p:nvSpPr>
        <p:spPr>
          <a:xfrm>
            <a:off x="6708077" y="1751648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tage-rank-icon-t3">
            <a:extLst>
              <a:ext uri="{FF2B5EF4-FFF2-40B4-BE49-F238E27FC236}">
                <a16:creationId xmlns:a16="http://schemas.microsoft.com/office/drawing/2014/main" id="{A53D7525-52CC-4629-9D27-8D09FED7AB6E}"/>
              </a:ext>
            </a:extLst>
          </p:cNvPr>
          <p:cNvSpPr>
            <a:spLocks noGrp="1"/>
          </p:cNvSpPr>
          <p:nvPr/>
        </p:nvSpPr>
        <p:spPr>
          <a:xfrm>
            <a:off x="6798755" y="1816418"/>
            <a:ext cx="32385" cy="3238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tage-rank-icon-t12">
            <a:extLst>
              <a:ext uri="{FF2B5EF4-FFF2-40B4-BE49-F238E27FC236}">
                <a16:creationId xmlns:a16="http://schemas.microsoft.com/office/drawing/2014/main" id="{88264AD9-D474-4746-B88A-499C4BF3C418}"/>
              </a:ext>
            </a:extLst>
          </p:cNvPr>
          <p:cNvSpPr>
            <a:spLocks noGrp="1"/>
          </p:cNvSpPr>
          <p:nvPr/>
        </p:nvSpPr>
        <p:spPr>
          <a:xfrm>
            <a:off x="6678930" y="1845564"/>
            <a:ext cx="35624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tage-rank-icon-t23">
            <a:extLst>
              <a:ext uri="{FF2B5EF4-FFF2-40B4-BE49-F238E27FC236}">
                <a16:creationId xmlns:a16="http://schemas.microsoft.com/office/drawing/2014/main" id="{10A6E423-F802-420D-B22B-72B0C158DBA7}"/>
              </a:ext>
            </a:extLst>
          </p:cNvPr>
          <p:cNvSpPr>
            <a:spLocks noGrp="1"/>
          </p:cNvSpPr>
          <p:nvPr/>
        </p:nvSpPr>
        <p:spPr>
          <a:xfrm>
            <a:off x="6737223" y="1777556"/>
            <a:ext cx="64770" cy="45339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tage-rank-shape">
            <a:extLst>
              <a:ext uri="{FF2B5EF4-FFF2-40B4-BE49-F238E27FC236}">
                <a16:creationId xmlns:a16="http://schemas.microsoft.com/office/drawing/2014/main" id="{E6857095-FF56-4D96-8210-F99D3E2D2F4F}"/>
              </a:ext>
            </a:extLst>
          </p:cNvPr>
          <p:cNvSpPr>
            <a:spLocks noGrp="1"/>
          </p:cNvSpPr>
          <p:nvPr/>
        </p:nvSpPr>
        <p:spPr>
          <a:xfrm>
            <a:off x="611505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tage-rank-title">
            <a:extLst>
              <a:ext uri="{FF2B5EF4-FFF2-40B4-BE49-F238E27FC236}">
                <a16:creationId xmlns:a16="http://schemas.microsoft.com/office/drawing/2014/main" id="{945A6762-779C-49E7-9E54-C2A3A01680C4}"/>
              </a:ext>
            </a:extLst>
          </p:cNvPr>
          <p:cNvSpPr>
            <a:spLocks noGrp="1"/>
          </p:cNvSpPr>
          <p:nvPr/>
        </p:nvSpPr>
        <p:spPr>
          <a:xfrm>
            <a:off x="624840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Compute Review</a:t>
            </a:r>
          </a:p>
        </p:txBody>
      </p:sp>
      <p:sp>
        <p:nvSpPr>
          <p:cNvPr id="46" name="stage-rank-subtitle">
            <a:extLst>
              <a:ext uri="{FF2B5EF4-FFF2-40B4-BE49-F238E27FC236}">
                <a16:creationId xmlns:a16="http://schemas.microsoft.com/office/drawing/2014/main" id="{91010942-8E67-4C79-8443-7D4A37FF6E05}"/>
              </a:ext>
            </a:extLst>
          </p:cNvPr>
          <p:cNvSpPr>
            <a:spLocks noGrp="1"/>
          </p:cNvSpPr>
          <p:nvPr/>
        </p:nvSpPr>
        <p:spPr>
          <a:xfrm>
            <a:off x="624840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ranking / risk</a:t>
            </a:r>
          </a:p>
        </p:txBody>
      </p:sp>
      <p:sp>
        <p:nvSpPr>
          <p:cNvPr id="47" name="stage-assay-icon-badge">
            <a:extLst>
              <a:ext uri="{FF2B5EF4-FFF2-40B4-BE49-F238E27FC236}">
                <a16:creationId xmlns:a16="http://schemas.microsoft.com/office/drawing/2014/main" id="{719B3FA8-B2B8-4359-BA45-88450039BC98}"/>
              </a:ext>
            </a:extLst>
          </p:cNvPr>
          <p:cNvSpPr>
            <a:spLocks noGrp="1"/>
          </p:cNvSpPr>
          <p:nvPr/>
        </p:nvSpPr>
        <p:spPr>
          <a:xfrm>
            <a:off x="797242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tage-assay-icon-tube">
            <a:extLst>
              <a:ext uri="{FF2B5EF4-FFF2-40B4-BE49-F238E27FC236}">
                <a16:creationId xmlns:a16="http://schemas.microsoft.com/office/drawing/2014/main" id="{82E1C199-7B45-47F4-9E21-AFA7965D527A}"/>
              </a:ext>
            </a:extLst>
          </p:cNvPr>
          <p:cNvSpPr>
            <a:spLocks noGrp="1"/>
          </p:cNvSpPr>
          <p:nvPr/>
        </p:nvSpPr>
        <p:spPr>
          <a:xfrm>
            <a:off x="8085773" y="1722501"/>
            <a:ext cx="97155" cy="155448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tage-assay-icon-fluid">
            <a:extLst>
              <a:ext uri="{FF2B5EF4-FFF2-40B4-BE49-F238E27FC236}">
                <a16:creationId xmlns:a16="http://schemas.microsoft.com/office/drawing/2014/main" id="{7E57EC24-5C22-4B79-938F-197E3F691959}"/>
              </a:ext>
            </a:extLst>
          </p:cNvPr>
          <p:cNvSpPr>
            <a:spLocks noGrp="1"/>
          </p:cNvSpPr>
          <p:nvPr/>
        </p:nvSpPr>
        <p:spPr>
          <a:xfrm>
            <a:off x="8095488" y="1822895"/>
            <a:ext cx="77724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tage-assay-icon-neck">
            <a:extLst>
              <a:ext uri="{FF2B5EF4-FFF2-40B4-BE49-F238E27FC236}">
                <a16:creationId xmlns:a16="http://schemas.microsoft.com/office/drawing/2014/main" id="{52FE913B-2481-4E13-A944-538487E70A6F}"/>
              </a:ext>
            </a:extLst>
          </p:cNvPr>
          <p:cNvSpPr>
            <a:spLocks noGrp="1"/>
          </p:cNvSpPr>
          <p:nvPr/>
        </p:nvSpPr>
        <p:spPr>
          <a:xfrm>
            <a:off x="8108442" y="1703070"/>
            <a:ext cx="51816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tage-assay-shape">
            <a:extLst>
              <a:ext uri="{FF2B5EF4-FFF2-40B4-BE49-F238E27FC236}">
                <a16:creationId xmlns:a16="http://schemas.microsoft.com/office/drawing/2014/main" id="{DACC27F3-F4F3-4F6F-A9F3-77AC2B47751C}"/>
              </a:ext>
            </a:extLst>
          </p:cNvPr>
          <p:cNvSpPr>
            <a:spLocks noGrp="1"/>
          </p:cNvSpPr>
          <p:nvPr/>
        </p:nvSpPr>
        <p:spPr>
          <a:xfrm>
            <a:off x="750570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tage-assay-title">
            <a:extLst>
              <a:ext uri="{FF2B5EF4-FFF2-40B4-BE49-F238E27FC236}">
                <a16:creationId xmlns:a16="http://schemas.microsoft.com/office/drawing/2014/main" id="{C2992A0B-1646-4783-8CC6-3541E94CE32B}"/>
              </a:ext>
            </a:extLst>
          </p:cNvPr>
          <p:cNvSpPr>
            <a:spLocks noGrp="1"/>
          </p:cNvSpPr>
          <p:nvPr/>
        </p:nvSpPr>
        <p:spPr>
          <a:xfrm>
            <a:off x="763905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Wet Assay</a:t>
            </a:r>
          </a:p>
        </p:txBody>
      </p:sp>
      <p:sp>
        <p:nvSpPr>
          <p:cNvPr id="53" name="stage-assay-subtitle">
            <a:extLst>
              <a:ext uri="{FF2B5EF4-FFF2-40B4-BE49-F238E27FC236}">
                <a16:creationId xmlns:a16="http://schemas.microsoft.com/office/drawing/2014/main" id="{D56E2D81-EE1B-4881-9693-2EFF87015FE6}"/>
              </a:ext>
            </a:extLst>
          </p:cNvPr>
          <p:cNvSpPr>
            <a:spLocks noGrp="1"/>
          </p:cNvSpPr>
          <p:nvPr/>
        </p:nvSpPr>
        <p:spPr>
          <a:xfrm>
            <a:off x="763905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expression / binding</a:t>
            </a:r>
          </a:p>
        </p:txBody>
      </p:sp>
      <p:sp>
        <p:nvSpPr>
          <p:cNvPr id="54" name="stage-reward-icon-badge">
            <a:extLst>
              <a:ext uri="{FF2B5EF4-FFF2-40B4-BE49-F238E27FC236}">
                <a16:creationId xmlns:a16="http://schemas.microsoft.com/office/drawing/2014/main" id="{56B96B22-A2C4-434A-9232-33B1F0DE011F}"/>
              </a:ext>
            </a:extLst>
          </p:cNvPr>
          <p:cNvSpPr>
            <a:spLocks noGrp="1"/>
          </p:cNvSpPr>
          <p:nvPr/>
        </p:nvSpPr>
        <p:spPr>
          <a:xfrm>
            <a:off x="936307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tage-reward-icon-star">
            <a:extLst>
              <a:ext uri="{FF2B5EF4-FFF2-40B4-BE49-F238E27FC236}">
                <a16:creationId xmlns:a16="http://schemas.microsoft.com/office/drawing/2014/main" id="{0CDA32F8-B3A9-4FCF-835A-B581F3E65A35}"/>
              </a:ext>
            </a:extLst>
          </p:cNvPr>
          <p:cNvSpPr>
            <a:spLocks noGrp="1"/>
          </p:cNvSpPr>
          <p:nvPr/>
        </p:nvSpPr>
        <p:spPr>
          <a:xfrm>
            <a:off x="9466707" y="1722501"/>
            <a:ext cx="116586" cy="116586"/>
          </a:xfrm>
          <a:prstGeom prst="star5">
            <a:avLst/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tage-reward-icon-stem">
            <a:extLst>
              <a:ext uri="{FF2B5EF4-FFF2-40B4-BE49-F238E27FC236}">
                <a16:creationId xmlns:a16="http://schemas.microsoft.com/office/drawing/2014/main" id="{4582303B-E381-4DEA-83E8-22343662F9D0}"/>
              </a:ext>
            </a:extLst>
          </p:cNvPr>
          <p:cNvSpPr>
            <a:spLocks noGrp="1"/>
          </p:cNvSpPr>
          <p:nvPr/>
        </p:nvSpPr>
        <p:spPr>
          <a:xfrm>
            <a:off x="9525000" y="1839087"/>
            <a:ext cx="0" cy="51816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tage-reward-icon-base">
            <a:extLst>
              <a:ext uri="{FF2B5EF4-FFF2-40B4-BE49-F238E27FC236}">
                <a16:creationId xmlns:a16="http://schemas.microsoft.com/office/drawing/2014/main" id="{755A293F-433B-4876-8B3E-4CD6877145B3}"/>
              </a:ext>
            </a:extLst>
          </p:cNvPr>
          <p:cNvSpPr>
            <a:spLocks noGrp="1"/>
          </p:cNvSpPr>
          <p:nvPr/>
        </p:nvSpPr>
        <p:spPr>
          <a:xfrm>
            <a:off x="9479661" y="1890903"/>
            <a:ext cx="90678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tage-reward-shape">
            <a:extLst>
              <a:ext uri="{FF2B5EF4-FFF2-40B4-BE49-F238E27FC236}">
                <a16:creationId xmlns:a16="http://schemas.microsoft.com/office/drawing/2014/main" id="{D8CEE8A0-E90E-491A-9CB3-7FD207C8097E}"/>
              </a:ext>
            </a:extLst>
          </p:cNvPr>
          <p:cNvSpPr>
            <a:spLocks noGrp="1"/>
          </p:cNvSpPr>
          <p:nvPr/>
        </p:nvSpPr>
        <p:spPr>
          <a:xfrm>
            <a:off x="889635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FF3EE"/>
          </a:solidFill>
          <a:ln w="1905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tage-reward-title">
            <a:extLst>
              <a:ext uri="{FF2B5EF4-FFF2-40B4-BE49-F238E27FC236}">
                <a16:creationId xmlns:a16="http://schemas.microsoft.com/office/drawing/2014/main" id="{4BA8B1E0-3D6B-4C18-8CC9-C8926FB4863D}"/>
              </a:ext>
            </a:extLst>
          </p:cNvPr>
          <p:cNvSpPr>
            <a:spLocks noGrp="1"/>
          </p:cNvSpPr>
          <p:nvPr/>
        </p:nvSpPr>
        <p:spPr>
          <a:xfrm>
            <a:off x="902970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A5F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A5F26"/>
                </a:solidFill>
                <a:latin typeface="PingFang SC"/>
                <a:ea typeface="PingFang SC"/>
                <a:cs typeface="PingFang SC"/>
              </a:rPr>
              <a:t>Reward Ledger</a:t>
            </a:r>
          </a:p>
        </p:txBody>
      </p:sp>
      <p:sp>
        <p:nvSpPr>
          <p:cNvPr id="60" name="stage-reward-subtitle">
            <a:extLst>
              <a:ext uri="{FF2B5EF4-FFF2-40B4-BE49-F238E27FC236}">
                <a16:creationId xmlns:a16="http://schemas.microsoft.com/office/drawing/2014/main" id="{6511C873-E864-4D4C-A049-BCB225F82126}"/>
              </a:ext>
            </a:extLst>
          </p:cNvPr>
          <p:cNvSpPr>
            <a:spLocks noGrp="1"/>
          </p:cNvSpPr>
          <p:nvPr/>
        </p:nvSpPr>
        <p:spPr>
          <a:xfrm>
            <a:off x="902970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result / cost / IG</a:t>
            </a:r>
          </a:p>
        </p:txBody>
      </p:sp>
      <p:sp>
        <p:nvSpPr>
          <p:cNvPr id="61" name="stage-next-icon-badge">
            <a:extLst>
              <a:ext uri="{FF2B5EF4-FFF2-40B4-BE49-F238E27FC236}">
                <a16:creationId xmlns:a16="http://schemas.microsoft.com/office/drawing/2014/main" id="{D2EB5DFA-7A98-42BA-BE88-B1D4932B16FF}"/>
              </a:ext>
            </a:extLst>
          </p:cNvPr>
          <p:cNvSpPr>
            <a:spLocks noGrp="1"/>
          </p:cNvSpPr>
          <p:nvPr/>
        </p:nvSpPr>
        <p:spPr>
          <a:xfrm>
            <a:off x="10753725" y="163830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tage-next-icon-b1">
            <a:extLst>
              <a:ext uri="{FF2B5EF4-FFF2-40B4-BE49-F238E27FC236}">
                <a16:creationId xmlns:a16="http://schemas.microsoft.com/office/drawing/2014/main" id="{0D30F8C3-2523-4B1B-8E43-5FA0E39567FA}"/>
              </a:ext>
            </a:extLst>
          </p:cNvPr>
          <p:cNvSpPr>
            <a:spLocks noGrp="1"/>
          </p:cNvSpPr>
          <p:nvPr/>
        </p:nvSpPr>
        <p:spPr>
          <a:xfrm>
            <a:off x="10837926" y="1839087"/>
            <a:ext cx="32385" cy="582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tage-next-icon-b2">
            <a:extLst>
              <a:ext uri="{FF2B5EF4-FFF2-40B4-BE49-F238E27FC236}">
                <a16:creationId xmlns:a16="http://schemas.microsoft.com/office/drawing/2014/main" id="{F7F26C2A-CB62-4670-AB22-78E01DCDE876}"/>
              </a:ext>
            </a:extLst>
          </p:cNvPr>
          <p:cNvSpPr>
            <a:spLocks noGrp="1"/>
          </p:cNvSpPr>
          <p:nvPr/>
        </p:nvSpPr>
        <p:spPr>
          <a:xfrm>
            <a:off x="10899458" y="1806702"/>
            <a:ext cx="32385" cy="906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tage-next-icon-b3">
            <a:extLst>
              <a:ext uri="{FF2B5EF4-FFF2-40B4-BE49-F238E27FC236}">
                <a16:creationId xmlns:a16="http://schemas.microsoft.com/office/drawing/2014/main" id="{1C466D09-CE15-47B3-9DCE-7530A956D479}"/>
              </a:ext>
            </a:extLst>
          </p:cNvPr>
          <p:cNvSpPr>
            <a:spLocks noGrp="1"/>
          </p:cNvSpPr>
          <p:nvPr/>
        </p:nvSpPr>
        <p:spPr>
          <a:xfrm>
            <a:off x="10960989" y="1761363"/>
            <a:ext cx="32385" cy="13601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tage-next-icon-trend">
            <a:extLst>
              <a:ext uri="{FF2B5EF4-FFF2-40B4-BE49-F238E27FC236}">
                <a16:creationId xmlns:a16="http://schemas.microsoft.com/office/drawing/2014/main" id="{92C0C23F-79D0-4DC5-8851-8120FD36A610}"/>
              </a:ext>
            </a:extLst>
          </p:cNvPr>
          <p:cNvSpPr>
            <a:spLocks noGrp="1"/>
          </p:cNvSpPr>
          <p:nvPr/>
        </p:nvSpPr>
        <p:spPr>
          <a:xfrm>
            <a:off x="10834688" y="1826133"/>
            <a:ext cx="158687" cy="0"/>
          </a:xfrm>
          <a:prstGeom prst="line">
            <a:avLst/>
          </a:prstGeom>
          <a:noFill/>
          <a:ln w="1714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tage-next-shape">
            <a:extLst>
              <a:ext uri="{FF2B5EF4-FFF2-40B4-BE49-F238E27FC236}">
                <a16:creationId xmlns:a16="http://schemas.microsoft.com/office/drawing/2014/main" id="{78767668-DAFD-4A95-B11A-D3162810D4E5}"/>
              </a:ext>
            </a:extLst>
          </p:cNvPr>
          <p:cNvSpPr>
            <a:spLocks noGrp="1"/>
          </p:cNvSpPr>
          <p:nvPr/>
        </p:nvSpPr>
        <p:spPr>
          <a:xfrm>
            <a:off x="10287000" y="2038350"/>
            <a:ext cx="1257300" cy="933450"/>
          </a:xfrm>
          <a:prstGeom prst="roundRect">
            <a:avLst>
              <a:gd name="adj" fmla="val 12245"/>
            </a:avLst>
          </a:prstGeom>
          <a:solidFill>
            <a:srgbClr val="F3F5F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tage-next-title">
            <a:extLst>
              <a:ext uri="{FF2B5EF4-FFF2-40B4-BE49-F238E27FC236}">
                <a16:creationId xmlns:a16="http://schemas.microsoft.com/office/drawing/2014/main" id="{981167B1-2CFC-4769-9201-F6FE4E17D492}"/>
              </a:ext>
            </a:extLst>
          </p:cNvPr>
          <p:cNvSpPr>
            <a:spLocks noGrp="1"/>
          </p:cNvSpPr>
          <p:nvPr/>
        </p:nvSpPr>
        <p:spPr>
          <a:xfrm>
            <a:off x="10420350" y="2143125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Next Round</a:t>
            </a:r>
          </a:p>
        </p:txBody>
      </p:sp>
      <p:sp>
        <p:nvSpPr>
          <p:cNvPr id="68" name="stage-next-subtitle">
            <a:extLst>
              <a:ext uri="{FF2B5EF4-FFF2-40B4-BE49-F238E27FC236}">
                <a16:creationId xmlns:a16="http://schemas.microsoft.com/office/drawing/2014/main" id="{B2E15E58-0C07-4F4D-8D4A-382ED280FCA2}"/>
              </a:ext>
            </a:extLst>
          </p:cNvPr>
          <p:cNvSpPr>
            <a:spLocks noGrp="1"/>
          </p:cNvSpPr>
          <p:nvPr/>
        </p:nvSpPr>
        <p:spPr>
          <a:xfrm>
            <a:off x="10420350" y="2543175"/>
            <a:ext cx="990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policy update</a:t>
            </a:r>
          </a:p>
        </p:txBody>
      </p:sp>
      <p:cxnSp>
        <p:nvCxnSpPr>
          <p:cNvPr id="185" name="直线箭头连接符 184"/>
          <p:cNvCxnSpPr>
            <a:stCxn id="9" idx="3"/>
            <a:endCxn id="17" idx="1"/>
          </p:cNvCxnSpPr>
          <p:nvPr/>
        </p:nvCxnSpPr>
        <p:spPr>
          <a:xfrm>
            <a:off x="1809750" y="2505075"/>
            <a:ext cx="1333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86" name="直线箭头连接符 185"/>
          <p:cNvCxnSpPr>
            <a:stCxn id="17" idx="3"/>
            <a:endCxn id="24" idx="1"/>
          </p:cNvCxnSpPr>
          <p:nvPr/>
        </p:nvCxnSpPr>
        <p:spPr>
          <a:xfrm>
            <a:off x="3200400" y="2505075"/>
            <a:ext cx="1333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87" name="直线箭头连接符 186"/>
          <p:cNvCxnSpPr>
            <a:stCxn id="24" idx="3"/>
            <a:endCxn id="35" idx="1"/>
          </p:cNvCxnSpPr>
          <p:nvPr/>
        </p:nvCxnSpPr>
        <p:spPr>
          <a:xfrm>
            <a:off x="4591050" y="2505075"/>
            <a:ext cx="1333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88" name="直线箭头连接符 187"/>
          <p:cNvCxnSpPr>
            <a:stCxn id="35" idx="3"/>
            <a:endCxn id="44" idx="1"/>
          </p:cNvCxnSpPr>
          <p:nvPr/>
        </p:nvCxnSpPr>
        <p:spPr>
          <a:xfrm>
            <a:off x="5981700" y="2505075"/>
            <a:ext cx="1333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89" name="直线箭头连接符 188"/>
          <p:cNvCxnSpPr>
            <a:stCxn id="44" idx="3"/>
            <a:endCxn id="51" idx="1"/>
          </p:cNvCxnSpPr>
          <p:nvPr/>
        </p:nvCxnSpPr>
        <p:spPr>
          <a:xfrm>
            <a:off x="7372350" y="2505075"/>
            <a:ext cx="133350" cy="0"/>
          </a:xfrm>
          <a:prstGeom prst="straightConnector1">
            <a:avLst/>
          </a:prstGeom>
          <a:ln w="17145">
            <a:solidFill>
              <a:srgbClr val="62666A"/>
            </a:solidFill>
            <a:prstDash val="solid"/>
            <a:tailEnd type="triangle" w="sm" len="sm"/>
          </a:ln>
        </p:spPr>
      </p:cxnSp>
      <p:cxnSp>
        <p:nvCxnSpPr>
          <p:cNvPr id="190" name="直线箭头连接符 189"/>
          <p:cNvCxnSpPr>
            <a:stCxn id="51" idx="3"/>
            <a:endCxn id="58" idx="1"/>
          </p:cNvCxnSpPr>
          <p:nvPr/>
        </p:nvCxnSpPr>
        <p:spPr>
          <a:xfrm>
            <a:off x="8763000" y="2505075"/>
            <a:ext cx="133350" cy="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cxnSp>
        <p:nvCxnSpPr>
          <p:cNvPr id="191" name="直线箭头连接符 190"/>
          <p:cNvCxnSpPr>
            <a:stCxn id="58" idx="3"/>
            <a:endCxn id="66" idx="1"/>
          </p:cNvCxnSpPr>
          <p:nvPr/>
        </p:nvCxnSpPr>
        <p:spPr>
          <a:xfrm>
            <a:off x="10153650" y="2505075"/>
            <a:ext cx="133350" cy="0"/>
          </a:xfrm>
          <a:prstGeom prst="straightConnector1">
            <a:avLst/>
          </a:prstGeom>
          <a:ln w="20955">
            <a:solidFill>
              <a:srgbClr val="FA5F26"/>
            </a:solidFill>
            <a:prstDash val="solid"/>
            <a:tailEnd type="triangle" w="sm" len="sm"/>
          </a:ln>
        </p:spPr>
      </p:cxnSp>
      <p:sp>
        <p:nvSpPr>
          <p:cNvPr id="76" name="wedge-memory-shape">
            <a:extLst>
              <a:ext uri="{FF2B5EF4-FFF2-40B4-BE49-F238E27FC236}">
                <a16:creationId xmlns:a16="http://schemas.microsoft.com/office/drawing/2014/main" id="{347040AF-9245-4BBC-AA24-8116F9BE14A7}"/>
              </a:ext>
            </a:extLst>
          </p:cNvPr>
          <p:cNvSpPr>
            <a:spLocks noGrp="1"/>
          </p:cNvSpPr>
          <p:nvPr/>
        </p:nvSpPr>
        <p:spPr>
          <a:xfrm>
            <a:off x="1924050" y="3752850"/>
            <a:ext cx="2990850" cy="781050"/>
          </a:xfrm>
          <a:prstGeom prst="roundRect">
            <a:avLst>
              <a:gd name="adj" fmla="val 14634"/>
            </a:avLst>
          </a:prstGeom>
          <a:solidFill>
            <a:srgbClr val="E9FBFD"/>
          </a:solidFill>
          <a:ln w="19050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wedge-memory-icon-badge">
            <a:extLst>
              <a:ext uri="{FF2B5EF4-FFF2-40B4-BE49-F238E27FC236}">
                <a16:creationId xmlns:a16="http://schemas.microsoft.com/office/drawing/2014/main" id="{EA38625B-970E-413D-AFA8-7CD8AB4B51AF}"/>
              </a:ext>
            </a:extLst>
          </p:cNvPr>
          <p:cNvSpPr>
            <a:spLocks noGrp="1"/>
          </p:cNvSpPr>
          <p:nvPr/>
        </p:nvSpPr>
        <p:spPr>
          <a:xfrm>
            <a:off x="2057400" y="3981450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wedge-memory-icon-m1">
            <a:extLst>
              <a:ext uri="{FF2B5EF4-FFF2-40B4-BE49-F238E27FC236}">
                <a16:creationId xmlns:a16="http://schemas.microsoft.com/office/drawing/2014/main" id="{3ADF2335-8B69-456E-9A14-8BEEC1CED521}"/>
              </a:ext>
            </a:extLst>
          </p:cNvPr>
          <p:cNvSpPr>
            <a:spLocks noGrp="1"/>
          </p:cNvSpPr>
          <p:nvPr/>
        </p:nvSpPr>
        <p:spPr>
          <a:xfrm>
            <a:off x="2135124" y="4078605"/>
            <a:ext cx="168402" cy="388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wedge-memory-icon-m2">
            <a:extLst>
              <a:ext uri="{FF2B5EF4-FFF2-40B4-BE49-F238E27FC236}">
                <a16:creationId xmlns:a16="http://schemas.microsoft.com/office/drawing/2014/main" id="{FA6B53BF-554E-424A-A3DD-A71CD1451A8E}"/>
              </a:ext>
            </a:extLst>
          </p:cNvPr>
          <p:cNvSpPr>
            <a:spLocks noGrp="1"/>
          </p:cNvSpPr>
          <p:nvPr/>
        </p:nvSpPr>
        <p:spPr>
          <a:xfrm>
            <a:off x="2135124" y="4136898"/>
            <a:ext cx="168402" cy="388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wedge-memory-icon-m3">
            <a:extLst>
              <a:ext uri="{FF2B5EF4-FFF2-40B4-BE49-F238E27FC236}">
                <a16:creationId xmlns:a16="http://schemas.microsoft.com/office/drawing/2014/main" id="{6217D5A1-E3DE-4EC5-92AD-C5A7D8611FB9}"/>
              </a:ext>
            </a:extLst>
          </p:cNvPr>
          <p:cNvSpPr>
            <a:spLocks noGrp="1"/>
          </p:cNvSpPr>
          <p:nvPr/>
        </p:nvSpPr>
        <p:spPr>
          <a:xfrm>
            <a:off x="2135124" y="4195191"/>
            <a:ext cx="168402" cy="388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0C1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wedge-memory-title">
            <a:extLst>
              <a:ext uri="{FF2B5EF4-FFF2-40B4-BE49-F238E27FC236}">
                <a16:creationId xmlns:a16="http://schemas.microsoft.com/office/drawing/2014/main" id="{65094D55-4734-4A71-831F-3E9130E95088}"/>
              </a:ext>
            </a:extLst>
          </p:cNvPr>
          <p:cNvSpPr>
            <a:spLocks noGrp="1"/>
          </p:cNvSpPr>
          <p:nvPr/>
        </p:nvSpPr>
        <p:spPr>
          <a:xfrm>
            <a:off x="2495550" y="38576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Scientific Memory</a:t>
            </a:r>
          </a:p>
        </p:txBody>
      </p:sp>
      <p:sp>
        <p:nvSpPr>
          <p:cNvPr id="82" name="wedge-memory-subtitle">
            <a:extLst>
              <a:ext uri="{FF2B5EF4-FFF2-40B4-BE49-F238E27FC236}">
                <a16:creationId xmlns:a16="http://schemas.microsoft.com/office/drawing/2014/main" id="{3C687B94-2A40-4059-9F00-179F38B0EF2C}"/>
              </a:ext>
            </a:extLst>
          </p:cNvPr>
          <p:cNvSpPr>
            <a:spLocks noGrp="1"/>
          </p:cNvSpPr>
          <p:nvPr/>
        </p:nvSpPr>
        <p:spPr>
          <a:xfrm>
            <a:off x="2495550" y="4162425"/>
            <a:ext cx="2286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假设 · 证据 · 失败 · 决策</a:t>
            </a:r>
          </a:p>
        </p:txBody>
      </p:sp>
      <p:sp>
        <p:nvSpPr>
          <p:cNvPr id="83" name="wedge-organ-shape">
            <a:extLst>
              <a:ext uri="{FF2B5EF4-FFF2-40B4-BE49-F238E27FC236}">
                <a16:creationId xmlns:a16="http://schemas.microsoft.com/office/drawing/2014/main" id="{1BD960BF-72B5-45C4-A363-25ABDCC1F3DF}"/>
              </a:ext>
            </a:extLst>
          </p:cNvPr>
          <p:cNvSpPr>
            <a:spLocks noGrp="1"/>
          </p:cNvSpPr>
          <p:nvPr/>
        </p:nvSpPr>
        <p:spPr>
          <a:xfrm>
            <a:off x="6038850" y="3752850"/>
            <a:ext cx="3276600" cy="838200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905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wedge-organ-icon-badge">
            <a:extLst>
              <a:ext uri="{FF2B5EF4-FFF2-40B4-BE49-F238E27FC236}">
                <a16:creationId xmlns:a16="http://schemas.microsoft.com/office/drawing/2014/main" id="{6A05901A-4551-41D5-A248-2968AF3A73E6}"/>
              </a:ext>
            </a:extLst>
          </p:cNvPr>
          <p:cNvSpPr>
            <a:spLocks noGrp="1"/>
          </p:cNvSpPr>
          <p:nvPr/>
        </p:nvSpPr>
        <p:spPr>
          <a:xfrm>
            <a:off x="6172200" y="4010025"/>
            <a:ext cx="323850" cy="3238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wedge-organ-icon-chip">
            <a:extLst>
              <a:ext uri="{FF2B5EF4-FFF2-40B4-BE49-F238E27FC236}">
                <a16:creationId xmlns:a16="http://schemas.microsoft.com/office/drawing/2014/main" id="{19126726-0BE4-496F-A225-50EADD17C3A9}"/>
              </a:ext>
            </a:extLst>
          </p:cNvPr>
          <p:cNvSpPr>
            <a:spLocks noGrp="1"/>
          </p:cNvSpPr>
          <p:nvPr/>
        </p:nvSpPr>
        <p:spPr>
          <a:xfrm>
            <a:off x="6269355" y="4107180"/>
            <a:ext cx="129540" cy="129540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3335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wedge-organ-icon-l-14">
            <a:extLst>
              <a:ext uri="{FF2B5EF4-FFF2-40B4-BE49-F238E27FC236}">
                <a16:creationId xmlns:a16="http://schemas.microsoft.com/office/drawing/2014/main" id="{20F30B5C-C11A-4D77-9DE0-4C7B79667C81}"/>
              </a:ext>
            </a:extLst>
          </p:cNvPr>
          <p:cNvSpPr>
            <a:spLocks noGrp="1"/>
          </p:cNvSpPr>
          <p:nvPr/>
        </p:nvSpPr>
        <p:spPr>
          <a:xfrm>
            <a:off x="6236970" y="4126611"/>
            <a:ext cx="32385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wedge-organ-icon-r-14">
            <a:extLst>
              <a:ext uri="{FF2B5EF4-FFF2-40B4-BE49-F238E27FC236}">
                <a16:creationId xmlns:a16="http://schemas.microsoft.com/office/drawing/2014/main" id="{72425F37-1734-4CC4-BE5C-4FEC276368BA}"/>
              </a:ext>
            </a:extLst>
          </p:cNvPr>
          <p:cNvSpPr>
            <a:spLocks noGrp="1"/>
          </p:cNvSpPr>
          <p:nvPr/>
        </p:nvSpPr>
        <p:spPr>
          <a:xfrm>
            <a:off x="6398895" y="4126611"/>
            <a:ext cx="32385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wedge-organ-icon-l0">
            <a:extLst>
              <a:ext uri="{FF2B5EF4-FFF2-40B4-BE49-F238E27FC236}">
                <a16:creationId xmlns:a16="http://schemas.microsoft.com/office/drawing/2014/main" id="{A9F050CC-CD59-43CF-B023-B8435E1FCF2C}"/>
              </a:ext>
            </a:extLst>
          </p:cNvPr>
          <p:cNvSpPr>
            <a:spLocks noGrp="1"/>
          </p:cNvSpPr>
          <p:nvPr/>
        </p:nvSpPr>
        <p:spPr>
          <a:xfrm>
            <a:off x="6236970" y="4171950"/>
            <a:ext cx="32385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wedge-organ-icon-r0">
            <a:extLst>
              <a:ext uri="{FF2B5EF4-FFF2-40B4-BE49-F238E27FC236}">
                <a16:creationId xmlns:a16="http://schemas.microsoft.com/office/drawing/2014/main" id="{34DD2EA7-4C09-4734-ACCA-A5A0EE8678A7}"/>
              </a:ext>
            </a:extLst>
          </p:cNvPr>
          <p:cNvSpPr>
            <a:spLocks noGrp="1"/>
          </p:cNvSpPr>
          <p:nvPr/>
        </p:nvSpPr>
        <p:spPr>
          <a:xfrm>
            <a:off x="6398895" y="4171950"/>
            <a:ext cx="32385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wedge-organ-icon-l14">
            <a:extLst>
              <a:ext uri="{FF2B5EF4-FFF2-40B4-BE49-F238E27FC236}">
                <a16:creationId xmlns:a16="http://schemas.microsoft.com/office/drawing/2014/main" id="{64548BF7-01BF-43A1-AF8C-AADF25C07A43}"/>
              </a:ext>
            </a:extLst>
          </p:cNvPr>
          <p:cNvSpPr>
            <a:spLocks noGrp="1"/>
          </p:cNvSpPr>
          <p:nvPr/>
        </p:nvSpPr>
        <p:spPr>
          <a:xfrm>
            <a:off x="6236970" y="4217289"/>
            <a:ext cx="32385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wedge-organ-icon-r14">
            <a:extLst>
              <a:ext uri="{FF2B5EF4-FFF2-40B4-BE49-F238E27FC236}">
                <a16:creationId xmlns:a16="http://schemas.microsoft.com/office/drawing/2014/main" id="{459E7F29-883B-4C32-AFFC-0E2D62C2CA9B}"/>
              </a:ext>
            </a:extLst>
          </p:cNvPr>
          <p:cNvSpPr>
            <a:spLocks noGrp="1"/>
          </p:cNvSpPr>
          <p:nvPr/>
        </p:nvSpPr>
        <p:spPr>
          <a:xfrm>
            <a:off x="6398895" y="4217289"/>
            <a:ext cx="32385" cy="0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wedge-organ-icon-t-14">
            <a:extLst>
              <a:ext uri="{FF2B5EF4-FFF2-40B4-BE49-F238E27FC236}">
                <a16:creationId xmlns:a16="http://schemas.microsoft.com/office/drawing/2014/main" id="{32DBC9E3-6942-433E-A51C-3A2C83E656FB}"/>
              </a:ext>
            </a:extLst>
          </p:cNvPr>
          <p:cNvSpPr>
            <a:spLocks noGrp="1"/>
          </p:cNvSpPr>
          <p:nvPr/>
        </p:nvSpPr>
        <p:spPr>
          <a:xfrm>
            <a:off x="6288786" y="4074795"/>
            <a:ext cx="0" cy="32385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wedge-organ-icon-b-14">
            <a:extLst>
              <a:ext uri="{FF2B5EF4-FFF2-40B4-BE49-F238E27FC236}">
                <a16:creationId xmlns:a16="http://schemas.microsoft.com/office/drawing/2014/main" id="{C0056218-FB9E-4A5C-8FA2-E81877E6D5F9}"/>
              </a:ext>
            </a:extLst>
          </p:cNvPr>
          <p:cNvSpPr>
            <a:spLocks noGrp="1"/>
          </p:cNvSpPr>
          <p:nvPr/>
        </p:nvSpPr>
        <p:spPr>
          <a:xfrm>
            <a:off x="6288786" y="4236720"/>
            <a:ext cx="0" cy="32385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wedge-organ-icon-t0">
            <a:extLst>
              <a:ext uri="{FF2B5EF4-FFF2-40B4-BE49-F238E27FC236}">
                <a16:creationId xmlns:a16="http://schemas.microsoft.com/office/drawing/2014/main" id="{B38FD403-2627-4106-ACD6-F6543E6B1D5F}"/>
              </a:ext>
            </a:extLst>
          </p:cNvPr>
          <p:cNvSpPr>
            <a:spLocks noGrp="1"/>
          </p:cNvSpPr>
          <p:nvPr/>
        </p:nvSpPr>
        <p:spPr>
          <a:xfrm>
            <a:off x="6334125" y="4074795"/>
            <a:ext cx="0" cy="32385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wedge-organ-icon-b0">
            <a:extLst>
              <a:ext uri="{FF2B5EF4-FFF2-40B4-BE49-F238E27FC236}">
                <a16:creationId xmlns:a16="http://schemas.microsoft.com/office/drawing/2014/main" id="{BE726BA0-3E0D-403F-BF0E-A2BC9B66E841}"/>
              </a:ext>
            </a:extLst>
          </p:cNvPr>
          <p:cNvSpPr>
            <a:spLocks noGrp="1"/>
          </p:cNvSpPr>
          <p:nvPr/>
        </p:nvSpPr>
        <p:spPr>
          <a:xfrm>
            <a:off x="6334125" y="4236720"/>
            <a:ext cx="0" cy="32385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wedge-organ-icon-t14">
            <a:extLst>
              <a:ext uri="{FF2B5EF4-FFF2-40B4-BE49-F238E27FC236}">
                <a16:creationId xmlns:a16="http://schemas.microsoft.com/office/drawing/2014/main" id="{DD4A6D3C-EFF6-43A3-93EB-461C0D26EF58}"/>
              </a:ext>
            </a:extLst>
          </p:cNvPr>
          <p:cNvSpPr>
            <a:spLocks noGrp="1"/>
          </p:cNvSpPr>
          <p:nvPr/>
        </p:nvSpPr>
        <p:spPr>
          <a:xfrm>
            <a:off x="6379464" y="4074795"/>
            <a:ext cx="0" cy="32385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wedge-organ-icon-b14">
            <a:extLst>
              <a:ext uri="{FF2B5EF4-FFF2-40B4-BE49-F238E27FC236}">
                <a16:creationId xmlns:a16="http://schemas.microsoft.com/office/drawing/2014/main" id="{819F9B94-D3D5-42C8-9251-1261840C3E2C}"/>
              </a:ext>
            </a:extLst>
          </p:cNvPr>
          <p:cNvSpPr>
            <a:spLocks noGrp="1"/>
          </p:cNvSpPr>
          <p:nvPr/>
        </p:nvSpPr>
        <p:spPr>
          <a:xfrm>
            <a:off x="6379464" y="4236720"/>
            <a:ext cx="0" cy="32385"/>
          </a:xfrm>
          <a:prstGeom prst="line">
            <a:avLst/>
          </a:prstGeom>
          <a:noFill/>
          <a:ln w="15240">
            <a:solidFill>
              <a:srgbClr val="FA5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wedge-organ-title">
            <a:extLst>
              <a:ext uri="{FF2B5EF4-FFF2-40B4-BE49-F238E27FC236}">
                <a16:creationId xmlns:a16="http://schemas.microsoft.com/office/drawing/2014/main" id="{064BF051-D075-41EF-AC9D-D1728003957C}"/>
              </a:ext>
            </a:extLst>
          </p:cNvPr>
          <p:cNvSpPr>
            <a:spLocks noGrp="1"/>
          </p:cNvSpPr>
          <p:nvPr/>
        </p:nvSpPr>
        <p:spPr>
          <a:xfrm>
            <a:off x="6610350" y="3857625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FA5F2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A5F26"/>
                </a:solidFill>
                <a:latin typeface="PingFang SC"/>
                <a:ea typeface="PingFang SC"/>
                <a:cs typeface="PingFang SC"/>
              </a:rPr>
              <a:t>Organ-chip Reward Factory</a:t>
            </a:r>
          </a:p>
        </p:txBody>
      </p:sp>
      <p:sp>
        <p:nvSpPr>
          <p:cNvPr id="99" name="wedge-organ-subtitle">
            <a:extLst>
              <a:ext uri="{FF2B5EF4-FFF2-40B4-BE49-F238E27FC236}">
                <a16:creationId xmlns:a16="http://schemas.microsoft.com/office/drawing/2014/main" id="{28F19D88-DAEE-42F4-BAF6-91F8CE5DAE4E}"/>
              </a:ext>
            </a:extLst>
          </p:cNvPr>
          <p:cNvSpPr>
            <a:spLocks noGrp="1"/>
          </p:cNvSpPr>
          <p:nvPr/>
        </p:nvSpPr>
        <p:spPr>
          <a:xfrm>
            <a:off x="6610350" y="4371975"/>
            <a:ext cx="2571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phenotype · toxicity · mechanism</a:t>
            </a:r>
          </a:p>
        </p:txBody>
      </p:sp>
      <p:sp>
        <p:nvSpPr>
          <p:cNvPr id="100" name="wedge-training-shape">
            <a:extLst>
              <a:ext uri="{FF2B5EF4-FFF2-40B4-BE49-F238E27FC236}">
                <a16:creationId xmlns:a16="http://schemas.microsoft.com/office/drawing/2014/main" id="{304B7247-6E0C-4813-B5DC-A1819FD17509}"/>
              </a:ext>
            </a:extLst>
          </p:cNvPr>
          <p:cNvSpPr>
            <a:spLocks noGrp="1"/>
          </p:cNvSpPr>
          <p:nvPr/>
        </p:nvSpPr>
        <p:spPr>
          <a:xfrm>
            <a:off x="9696450" y="3752850"/>
            <a:ext cx="1828800" cy="838200"/>
          </a:xfrm>
          <a:prstGeom prst="roundRect">
            <a:avLst>
              <a:gd name="adj" fmla="val 13636"/>
            </a:avLst>
          </a:prstGeom>
          <a:solidFill>
            <a:srgbClr val="E9EC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wedge-training-icon-badge">
            <a:extLst>
              <a:ext uri="{FF2B5EF4-FFF2-40B4-BE49-F238E27FC236}">
                <a16:creationId xmlns:a16="http://schemas.microsoft.com/office/drawing/2014/main" id="{8EF95CC0-6431-4FCB-B3B0-0E76A313FFDB}"/>
              </a:ext>
            </a:extLst>
          </p:cNvPr>
          <p:cNvSpPr>
            <a:spLocks noGrp="1"/>
          </p:cNvSpPr>
          <p:nvPr/>
        </p:nvSpPr>
        <p:spPr>
          <a:xfrm>
            <a:off x="9829800" y="4029075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wedge-training-icon-m1">
            <a:extLst>
              <a:ext uri="{FF2B5EF4-FFF2-40B4-BE49-F238E27FC236}">
                <a16:creationId xmlns:a16="http://schemas.microsoft.com/office/drawing/2014/main" id="{9D02119D-6221-46CD-AB5C-8D63C691224B}"/>
              </a:ext>
            </a:extLst>
          </p:cNvPr>
          <p:cNvSpPr>
            <a:spLocks noGrp="1"/>
          </p:cNvSpPr>
          <p:nvPr/>
        </p:nvSpPr>
        <p:spPr>
          <a:xfrm>
            <a:off x="9898380" y="4114800"/>
            <a:ext cx="148590" cy="34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wedge-training-icon-m2">
            <a:extLst>
              <a:ext uri="{FF2B5EF4-FFF2-40B4-BE49-F238E27FC236}">
                <a16:creationId xmlns:a16="http://schemas.microsoft.com/office/drawing/2014/main" id="{0FD3CB57-A8B3-4B87-B90D-0CB24FB555F2}"/>
              </a:ext>
            </a:extLst>
          </p:cNvPr>
          <p:cNvSpPr>
            <a:spLocks noGrp="1"/>
          </p:cNvSpPr>
          <p:nvPr/>
        </p:nvSpPr>
        <p:spPr>
          <a:xfrm>
            <a:off x="9898380" y="4166235"/>
            <a:ext cx="148590" cy="34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wedge-training-icon-m3">
            <a:extLst>
              <a:ext uri="{FF2B5EF4-FFF2-40B4-BE49-F238E27FC236}">
                <a16:creationId xmlns:a16="http://schemas.microsoft.com/office/drawing/2014/main" id="{E65D1956-71B2-4285-8D1B-6E28B1D3315B}"/>
              </a:ext>
            </a:extLst>
          </p:cNvPr>
          <p:cNvSpPr>
            <a:spLocks noGrp="1"/>
          </p:cNvSpPr>
          <p:nvPr/>
        </p:nvSpPr>
        <p:spPr>
          <a:xfrm>
            <a:off x="9898380" y="4217670"/>
            <a:ext cx="148590" cy="34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33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wedge-training-title">
            <a:extLst>
              <a:ext uri="{FF2B5EF4-FFF2-40B4-BE49-F238E27FC236}">
                <a16:creationId xmlns:a16="http://schemas.microsoft.com/office/drawing/2014/main" id="{8EC22321-CEB7-46EA-B507-44E9EC06155F}"/>
              </a:ext>
            </a:extLst>
          </p:cNvPr>
          <p:cNvSpPr>
            <a:spLocks noGrp="1"/>
          </p:cNvSpPr>
          <p:nvPr/>
        </p:nvSpPr>
        <p:spPr>
          <a:xfrm>
            <a:off x="10229850" y="3857625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Training Data</a:t>
            </a:r>
          </a:p>
        </p:txBody>
      </p:sp>
      <p:sp>
        <p:nvSpPr>
          <p:cNvPr id="106" name="wedge-training-subtitle">
            <a:extLst>
              <a:ext uri="{FF2B5EF4-FFF2-40B4-BE49-F238E27FC236}">
                <a16:creationId xmlns:a16="http://schemas.microsoft.com/office/drawing/2014/main" id="{EF53AC38-7B48-48B0-88AC-A99119B3B51E}"/>
              </a:ext>
            </a:extLst>
          </p:cNvPr>
          <p:cNvSpPr>
            <a:spLocks noGrp="1"/>
          </p:cNvSpPr>
          <p:nvPr/>
        </p:nvSpPr>
        <p:spPr>
          <a:xfrm>
            <a:off x="10229850" y="4295775"/>
            <a:ext cx="11620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SFT / pref / RL</a:t>
            </a:r>
          </a:p>
        </p:txBody>
      </p:sp>
      <p:cxnSp>
        <p:nvCxnSpPr>
          <p:cNvPr id="223" name="肘形连接符 222"/>
          <p:cNvCxnSpPr>
            <a:stCxn id="17" idx="2"/>
            <a:endCxn id="76" idx="0"/>
          </p:cNvCxnSpPr>
          <p:nvPr/>
        </p:nvCxnSpPr>
        <p:spPr>
          <a:xfrm>
            <a:off x="2571750" y="2971800"/>
            <a:ext cx="847725" cy="781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C1D4"/>
            </a:solidFill>
            <a:prstDash val="dash"/>
            <a:tailEnd type="triangle" w="sm" len="sm"/>
          </a:ln>
        </p:spPr>
      </p:cxnSp>
      <p:cxnSp>
        <p:nvCxnSpPr>
          <p:cNvPr id="224" name="肘形连接符 223"/>
          <p:cNvCxnSpPr>
            <a:stCxn id="58" idx="2"/>
            <a:endCxn id="76" idx="3"/>
          </p:cNvCxnSpPr>
          <p:nvPr/>
        </p:nvCxnSpPr>
        <p:spPr>
          <a:xfrm flipH="1">
            <a:off x="4914900" y="2971800"/>
            <a:ext cx="4610100" cy="1171575"/>
          </a:xfrm>
          <a:prstGeom prst="bentConnector5">
            <a:avLst>
              <a:gd name="adj1" fmla="val 0"/>
              <a:gd name="adj2" fmla="val 19512"/>
              <a:gd name="adj3" fmla="val 95041"/>
            </a:avLst>
          </a:prstGeom>
          <a:ln w="19050">
            <a:solidFill>
              <a:srgbClr val="00C1D4"/>
            </a:solidFill>
            <a:prstDash val="dash"/>
            <a:tailEnd type="triangle" w="sm" len="sm"/>
          </a:ln>
        </p:spPr>
      </p:cxnSp>
      <p:cxnSp>
        <p:nvCxnSpPr>
          <p:cNvPr id="225" name="肘形连接符 224"/>
          <p:cNvCxnSpPr>
            <a:stCxn id="51" idx="2"/>
            <a:endCxn id="83" idx="0"/>
          </p:cNvCxnSpPr>
          <p:nvPr/>
        </p:nvCxnSpPr>
        <p:spPr>
          <a:xfrm flipH="1">
            <a:off x="7677150" y="2971800"/>
            <a:ext cx="457200" cy="781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cxnSp>
        <p:nvCxnSpPr>
          <p:cNvPr id="226" name="肘形连接符 225"/>
          <p:cNvCxnSpPr>
            <a:stCxn id="83" idx="0"/>
            <a:endCxn id="58" idx="2"/>
          </p:cNvCxnSpPr>
          <p:nvPr/>
        </p:nvCxnSpPr>
        <p:spPr>
          <a:xfrm flipV="1">
            <a:off x="7677150" y="2971800"/>
            <a:ext cx="1847850" cy="781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cxnSp>
        <p:nvCxnSpPr>
          <p:cNvPr id="227" name="肘形连接符 226"/>
          <p:cNvCxnSpPr>
            <a:stCxn id="58" idx="2"/>
            <a:endCxn id="100" idx="0"/>
          </p:cNvCxnSpPr>
          <p:nvPr/>
        </p:nvCxnSpPr>
        <p:spPr>
          <a:xfrm>
            <a:off x="9525000" y="2971800"/>
            <a:ext cx="1085850" cy="781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cxnSp>
        <p:nvCxnSpPr>
          <p:cNvPr id="228" name="肘形连接符 227"/>
          <p:cNvCxnSpPr>
            <a:stCxn id="100" idx="0"/>
            <a:endCxn id="66" idx="2"/>
          </p:cNvCxnSpPr>
          <p:nvPr/>
        </p:nvCxnSpPr>
        <p:spPr>
          <a:xfrm flipV="1">
            <a:off x="10610850" y="2971800"/>
            <a:ext cx="304800" cy="781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A5F26"/>
            </a:solidFill>
            <a:prstDash val="dash"/>
            <a:tailEnd type="triangle" w="sm" len="sm"/>
          </a:ln>
        </p:spPr>
      </p:cxnSp>
      <p:sp>
        <p:nvSpPr>
          <p:cNvPr id="113" name="wedge-callout-shape">
            <a:extLst>
              <a:ext uri="{FF2B5EF4-FFF2-40B4-BE49-F238E27FC236}">
                <a16:creationId xmlns:a16="http://schemas.microsoft.com/office/drawing/2014/main" id="{206B27AE-B4AC-4266-83F8-7660CC8AD6F6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10668000" cy="514350"/>
          </a:xfrm>
          <a:prstGeom prst="roundRect">
            <a:avLst>
              <a:gd name="adj" fmla="val 22222"/>
            </a:avLst>
          </a:prstGeom>
          <a:solidFill>
            <a:srgbClr val="E9ECE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wedge-callout-title">
            <a:extLst>
              <a:ext uri="{FF2B5EF4-FFF2-40B4-BE49-F238E27FC236}">
                <a16:creationId xmlns:a16="http://schemas.microsoft.com/office/drawing/2014/main" id="{D9F42953-1B56-40D7-9657-4B5E2311B5DB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40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第一年只证明一件事</a:t>
            </a:r>
          </a:p>
        </p:txBody>
      </p:sp>
      <p:sp>
        <p:nvSpPr>
          <p:cNvPr id="115" name="wedge-callout-subtitle">
            <a:extLst>
              <a:ext uri="{FF2B5EF4-FFF2-40B4-BE49-F238E27FC236}">
                <a16:creationId xmlns:a16="http://schemas.microsoft.com/office/drawing/2014/main" id="{DED4560F-430F-47B7-9C0A-6F426550D33F}"/>
              </a:ext>
            </a:extLst>
          </p:cNvPr>
          <p:cNvSpPr>
            <a:spLocks noGrp="1"/>
          </p:cNvSpPr>
          <p:nvPr/>
        </p:nvSpPr>
        <p:spPr>
          <a:xfrm>
            <a:off x="895350" y="5629275"/>
            <a:ext cx="10401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/>
          <a:lstStyle/>
          <a:p>
            <a:pPr algn="ctr">
              <a:lnSpc>
                <a:spcPct val="108000"/>
              </a:lnSpc>
              <a:buNone/>
              <a:defRPr sz="1275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系统能把真实科研任务编译成 state、trajectory、reward，并让下一轮设计更好。</a:t>
            </a:r>
          </a:p>
        </p:txBody>
      </p:sp>
      <p:sp>
        <p:nvSpPr>
          <p:cNvPr id="116" name="slide-no-3">
            <a:extLst>
              <a:ext uri="{FF2B5EF4-FFF2-40B4-BE49-F238E27FC236}">
                <a16:creationId xmlns:a16="http://schemas.microsoft.com/office/drawing/2014/main" id="{618F7E67-F6CB-443A-B552-9CCCB11E2A08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/>
          <a:lstStyle/>
          <a:p>
            <a:pPr algn="r">
              <a:lnSpc>
                <a:spcPct val="108000"/>
              </a:lnSpc>
              <a:buNone/>
              <a:def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2666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90012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Macintosh PowerPoint</Application>
  <DocSecurity>0</DocSecurity>
  <PresentationFormat>宽屏</PresentationFormat>
  <Paragraphs>85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张阳 高</cp:lastModifiedBy>
  <cp:revision>2</cp:revision>
  <dcterms:created xsi:type="dcterms:W3CDTF">2026-06-27T11:56:19Z</dcterms:created>
  <dcterms:modified xsi:type="dcterms:W3CDTF">2026-06-28T02:17:34Z</dcterms:modified>
</cp:coreProperties>
</file>